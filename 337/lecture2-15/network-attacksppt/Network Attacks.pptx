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sldIdLst>
    <p:sldId id="257" r:id="rId2"/>
    <p:sldId id="258" r:id="rId3"/>
    <p:sldId id="259" r:id="rId4"/>
    <p:sldId id="260" r:id="rId5"/>
    <p:sldId id="261" r:id="rId6"/>
    <p:sldId id="262" r:id="rId7"/>
    <p:sldId id="263" r:id="rId8"/>
    <p:sldId id="264" r:id="rId9"/>
    <p:sldId id="265" r:id="rId10"/>
    <p:sldId id="266" r:id="rId11"/>
    <p:sldId id="267"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74" autoAdjust="0"/>
    <p:restoredTop sz="94660"/>
  </p:normalViewPr>
  <p:slideViewPr>
    <p:cSldViewPr snapToGrid="0">
      <p:cViewPr varScale="1">
        <p:scale>
          <a:sx n="74" d="100"/>
          <a:sy n="74" d="100"/>
        </p:scale>
        <p:origin x="54"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B9BA83-59A5-48D8-A627-802883DC3493}" type="datetimeFigureOut">
              <a:rPr lang="en-US" smtClean="0"/>
              <a:t>2/15/2018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197BFC-50E2-4EA7-AC1F-AB74E364EB33}" type="slidenum">
              <a:rPr lang="en-US" smtClean="0"/>
              <a:t>‹#›</a:t>
            </a:fld>
            <a:endParaRPr lang="en-US"/>
          </a:p>
        </p:txBody>
      </p:sp>
    </p:spTree>
    <p:extLst>
      <p:ext uri="{BB962C8B-B14F-4D97-AF65-F5344CB8AC3E}">
        <p14:creationId xmlns:p14="http://schemas.microsoft.com/office/powerpoint/2010/main" val="38213737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ln/>
        </p:spPr>
      </p:sp>
      <p:sp>
        <p:nvSpPr>
          <p:cNvPr id="727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mtClean="0">
                <a:latin typeface="Arial" panose="020B0604020202020204" pitchFamily="34" charset="0"/>
              </a:rPr>
              <a:t> Firewalls can be an effective means of protecting a local system or network of systems</a:t>
            </a:r>
          </a:p>
          <a:p>
            <a:r>
              <a:rPr lang="en-US" altLang="en-US" smtClean="0">
                <a:latin typeface="Arial" panose="020B0604020202020204" pitchFamily="34" charset="0"/>
              </a:rPr>
              <a:t>from network-based security threats while at the same time affording access to the</a:t>
            </a:r>
          </a:p>
          <a:p>
            <a:r>
              <a:rPr lang="en-US" altLang="en-US" smtClean="0">
                <a:latin typeface="Arial" panose="020B0604020202020204" pitchFamily="34" charset="0"/>
              </a:rPr>
              <a:t>outside world via wide area networks and the Internet.</a:t>
            </a:r>
          </a:p>
        </p:txBody>
      </p:sp>
      <p:sp>
        <p:nvSpPr>
          <p:cNvPr id="727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ea typeface="MS PGothic" panose="020B0600070205080204" pitchFamily="34" charset="-128"/>
              </a:defRPr>
            </a:lvl1pPr>
            <a:lvl2pPr marL="742950" indent="-285750" eaLnBrk="0" hangingPunct="0">
              <a:spcBef>
                <a:spcPct val="30000"/>
              </a:spcBef>
              <a:defRPr sz="12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08E852-0C91-436E-ABD6-A98E570510BC}" type="slidenum">
              <a:rPr kumimoji="0" lang="en-AU" altLang="en-US" sz="1200" b="0" i="0" u="none" strike="noStrike" kern="1200" cap="none" spc="0" normalizeH="0" baseline="0" noProof="0" smtClean="0">
                <a:ln>
                  <a:noFill/>
                </a:ln>
                <a:solidFill>
                  <a:srgbClr val="000000"/>
                </a:solidFill>
                <a:effectLst/>
                <a:uLnTx/>
                <a:uFillTx/>
                <a:latin typeface="Arial" panose="020B0604020202020204" pitchFamily="34"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AU" altLang="en-US" sz="1200" b="0" i="0" u="none" strike="noStrike" kern="1200" cap="none" spc="0" normalizeH="0" baseline="0" noProof="0" smtClean="0">
              <a:ln>
                <a:noFill/>
              </a:ln>
              <a:solidFill>
                <a:srgbClr val="000000"/>
              </a:solidFill>
              <a:effectLst/>
              <a:uLnTx/>
              <a:uFillTx/>
              <a:latin typeface="Arial" panose="020B0604020202020204" pitchFamily="34" charset="0"/>
              <a:ea typeface="MS PGothic" panose="020B0600070205080204" pitchFamily="34" charset="-128"/>
              <a:cs typeface="+mn-cs"/>
            </a:endParaRPr>
          </a:p>
        </p:txBody>
      </p:sp>
    </p:spTree>
    <p:extLst>
      <p:ext uri="{BB962C8B-B14F-4D97-AF65-F5344CB8AC3E}">
        <p14:creationId xmlns:p14="http://schemas.microsoft.com/office/powerpoint/2010/main" val="12377333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smtClean="0">
                <a:latin typeface="Arial" panose="020B0604020202020204" pitchFamily="34" charset="0"/>
              </a:rPr>
              <a:t>This is an agenda slide for the next 15 slides – to illustrate the different types of common attacks</a:t>
            </a:r>
          </a:p>
          <a:p>
            <a:pPr eaLnBrk="1" hangingPunct="1">
              <a:spcBef>
                <a:spcPct val="0"/>
              </a:spcBef>
            </a:pPr>
            <a:endParaRPr lang="en-US" altLang="en-US" smtClean="0">
              <a:latin typeface="Arial" panose="020B0604020202020204" pitchFamily="34" charset="0"/>
              <a:ea typeface="ヒラギノ角ゴ Pro W3" charset="-128"/>
            </a:endParaRPr>
          </a:p>
        </p:txBody>
      </p:sp>
      <p:sp>
        <p:nvSpPr>
          <p:cNvPr id="6349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2EC23CCF-73BE-4FD9-B45A-20EB8E701B0F}" type="slidenum">
              <a:rPr lang="en-US" altLang="en-US" sz="1200">
                <a:solidFill>
                  <a:srgbClr val="000000"/>
                </a:solidFill>
                <a:latin typeface="Calibri" panose="020F0502020204030204" pitchFamily="34" charset="0"/>
              </a:rPr>
              <a:pPr eaLnBrk="1" hangingPunct="1"/>
              <a:t>2</a:t>
            </a:fld>
            <a:endParaRPr lang="en-US" altLang="en-US" sz="1200">
              <a:solidFill>
                <a:srgbClr val="000000"/>
              </a:solidFill>
              <a:latin typeface="Calibri" panose="020F0502020204030204" pitchFamily="34" charset="0"/>
            </a:endParaRPr>
          </a:p>
        </p:txBody>
      </p:sp>
    </p:spTree>
    <p:extLst>
      <p:ext uri="{BB962C8B-B14F-4D97-AF65-F5344CB8AC3E}">
        <p14:creationId xmlns:p14="http://schemas.microsoft.com/office/powerpoint/2010/main" val="41134322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p:cNvSpPr>
            <a:spLocks noGrp="1"/>
          </p:cNvSpPr>
          <p:nvPr>
            <p:ph type="body" idx="1"/>
          </p:nvPr>
        </p:nvSpPr>
        <p:spPr>
          <a:ln/>
        </p:spPr>
        <p:txBody>
          <a:bodyPr/>
          <a:lstStyle/>
          <a:p>
            <a:pPr eaLnBrk="1" fontAlgn="auto" hangingPunct="1">
              <a:spcBef>
                <a:spcPts val="0"/>
              </a:spcBef>
              <a:spcAft>
                <a:spcPts val="0"/>
              </a:spcAft>
              <a:defRPr/>
            </a:pPr>
            <a:r>
              <a:rPr lang="en-US" b="1" dirty="0" smtClean="0">
                <a:ea typeface="+mn-ea"/>
              </a:rPr>
              <a:t>Security + Objective 2.1g DOS attacks</a:t>
            </a:r>
          </a:p>
          <a:p>
            <a:pPr eaLnBrk="1" fontAlgn="auto" hangingPunct="1">
              <a:spcBef>
                <a:spcPts val="0"/>
              </a:spcBef>
              <a:spcAft>
                <a:spcPts val="0"/>
              </a:spcAft>
              <a:defRPr/>
            </a:pPr>
            <a:endParaRPr lang="en-US" dirty="0" smtClean="0">
              <a:latin typeface="Arial" pitchFamily="34" charset="0"/>
              <a:ea typeface="+mn-ea"/>
            </a:endParaRPr>
          </a:p>
          <a:p>
            <a:pPr marL="221559" indent="-221559" eaLnBrk="1" fontAlgn="auto" hangingPunct="1">
              <a:spcBef>
                <a:spcPts val="0"/>
              </a:spcBef>
              <a:spcAft>
                <a:spcPts val="0"/>
              </a:spcAft>
              <a:buFont typeface="+mj-lt"/>
              <a:buAutoNum type="arabicPeriod"/>
              <a:defRPr/>
            </a:pPr>
            <a:r>
              <a:rPr lang="en-US" dirty="0" smtClean="0">
                <a:latin typeface="Arial" pitchFamily="34" charset="0"/>
                <a:ea typeface="+mn-ea"/>
              </a:rPr>
              <a:t>A denial-of-service (</a:t>
            </a:r>
            <a:r>
              <a:rPr lang="en-US" dirty="0" err="1" smtClean="0">
                <a:latin typeface="Arial" pitchFamily="34" charset="0"/>
                <a:ea typeface="+mn-ea"/>
              </a:rPr>
              <a:t>DoS</a:t>
            </a:r>
            <a:r>
              <a:rPr lang="en-US" dirty="0" smtClean="0">
                <a:latin typeface="Arial" pitchFamily="34" charset="0"/>
                <a:ea typeface="+mn-ea"/>
              </a:rPr>
              <a:t>) attack can exploit a previously identified vulnerability within a specific application or weakness in a specific protocol.  </a:t>
            </a:r>
          </a:p>
          <a:p>
            <a:pPr marL="221559" indent="-221559" eaLnBrk="1" fontAlgn="auto" hangingPunct="1">
              <a:spcBef>
                <a:spcPts val="0"/>
              </a:spcBef>
              <a:spcAft>
                <a:spcPts val="0"/>
              </a:spcAft>
              <a:buFont typeface="+mj-lt"/>
              <a:buAutoNum type="arabicPeriod"/>
              <a:defRPr/>
            </a:pPr>
            <a:endParaRPr lang="en-US" dirty="0" smtClean="0">
              <a:latin typeface="Arial" pitchFamily="34" charset="0"/>
              <a:ea typeface="+mn-ea"/>
            </a:endParaRPr>
          </a:p>
          <a:p>
            <a:pPr marL="221559" indent="-221559" eaLnBrk="1" fontAlgn="auto" hangingPunct="1">
              <a:spcBef>
                <a:spcPts val="0"/>
              </a:spcBef>
              <a:spcAft>
                <a:spcPts val="0"/>
              </a:spcAft>
              <a:buFont typeface="+mj-lt"/>
              <a:buAutoNum type="arabicPeriod"/>
              <a:defRPr/>
            </a:pPr>
            <a:r>
              <a:rPr lang="en-US" dirty="0" smtClean="0">
                <a:latin typeface="Arial" pitchFamily="34" charset="0"/>
                <a:ea typeface="+mn-ea"/>
              </a:rPr>
              <a:t>The purpose of the </a:t>
            </a:r>
            <a:r>
              <a:rPr lang="en-US" dirty="0" err="1" smtClean="0">
                <a:latin typeface="Arial" pitchFamily="34" charset="0"/>
                <a:ea typeface="+mn-ea"/>
              </a:rPr>
              <a:t>DoS</a:t>
            </a:r>
            <a:r>
              <a:rPr lang="en-US" dirty="0" smtClean="0">
                <a:latin typeface="Arial" pitchFamily="34" charset="0"/>
                <a:ea typeface="+mn-ea"/>
              </a:rPr>
              <a:t> attack is to prevent a system from normal operations by denying authorized users access to system resources or the network in general.</a:t>
            </a:r>
          </a:p>
          <a:p>
            <a:pPr marL="221559" indent="-221559" eaLnBrk="1" fontAlgn="auto" hangingPunct="1">
              <a:spcBef>
                <a:spcPts val="0"/>
              </a:spcBef>
              <a:spcAft>
                <a:spcPts val="0"/>
              </a:spcAft>
              <a:buFont typeface="+mj-lt"/>
              <a:buAutoNum type="arabicPeriod"/>
              <a:defRPr/>
            </a:pPr>
            <a:endParaRPr lang="en-US" dirty="0" smtClean="0">
              <a:latin typeface="Arial" pitchFamily="34" charset="0"/>
              <a:ea typeface="+mn-ea"/>
            </a:endParaRPr>
          </a:p>
          <a:p>
            <a:pPr marL="221559" indent="-221559" eaLnBrk="1" fontAlgn="auto" hangingPunct="1">
              <a:spcBef>
                <a:spcPts val="0"/>
              </a:spcBef>
              <a:spcAft>
                <a:spcPts val="0"/>
              </a:spcAft>
              <a:buFont typeface="+mj-lt"/>
              <a:buAutoNum type="arabicPeriod"/>
              <a:defRPr/>
            </a:pPr>
            <a:r>
              <a:rPr lang="en-US" dirty="0" smtClean="0">
                <a:latin typeface="Arial" pitchFamily="34" charset="0"/>
                <a:ea typeface="+mn-ea"/>
              </a:rPr>
              <a:t>There are multiple ways that a </a:t>
            </a:r>
            <a:r>
              <a:rPr lang="en-US" dirty="0" err="1" smtClean="0">
                <a:latin typeface="Arial" pitchFamily="34" charset="0"/>
                <a:ea typeface="+mn-ea"/>
              </a:rPr>
              <a:t>DoS</a:t>
            </a:r>
            <a:r>
              <a:rPr lang="en-US" dirty="0" smtClean="0">
                <a:latin typeface="Arial" pitchFamily="34" charset="0"/>
                <a:ea typeface="+mn-ea"/>
              </a:rPr>
              <a:t> attack can be carried out depending on the desired outcome and the tools available to carry-out the attack with.</a:t>
            </a:r>
          </a:p>
          <a:p>
            <a:pPr marL="664677" lvl="1" indent="-221559" eaLnBrk="1" fontAlgn="auto" hangingPunct="1">
              <a:spcBef>
                <a:spcPts val="0"/>
              </a:spcBef>
              <a:spcAft>
                <a:spcPts val="0"/>
              </a:spcAft>
              <a:buFont typeface="+mj-lt"/>
              <a:buAutoNum type="alphaUcPeriod"/>
              <a:defRPr/>
            </a:pPr>
            <a:r>
              <a:rPr lang="en-US" dirty="0" smtClean="0">
                <a:latin typeface="Arial" pitchFamily="34" charset="0"/>
                <a:ea typeface="+mn-ea"/>
              </a:rPr>
              <a:t>One way to prevent authorized users access to the system would be to take the system offline.</a:t>
            </a:r>
          </a:p>
          <a:p>
            <a:pPr marL="664677" lvl="1" indent="-221559" eaLnBrk="1" fontAlgn="auto" hangingPunct="1">
              <a:spcBef>
                <a:spcPts val="0"/>
              </a:spcBef>
              <a:spcAft>
                <a:spcPts val="0"/>
              </a:spcAft>
              <a:buFont typeface="+mj-lt"/>
              <a:buAutoNum type="alphaUcPeriod"/>
              <a:defRPr/>
            </a:pPr>
            <a:r>
              <a:rPr lang="en-US" dirty="0" smtClean="0">
                <a:latin typeface="Arial" pitchFamily="34" charset="0"/>
                <a:ea typeface="+mn-ea"/>
              </a:rPr>
              <a:t>Another way would be to overwhelm the system with so many requests that authorized users legitimate requests are unable to get through.</a:t>
            </a:r>
          </a:p>
          <a:p>
            <a:pPr eaLnBrk="1" fontAlgn="auto" hangingPunct="1">
              <a:spcBef>
                <a:spcPts val="0"/>
              </a:spcBef>
              <a:spcAft>
                <a:spcPts val="0"/>
              </a:spcAft>
              <a:defRPr/>
            </a:pPr>
            <a:endParaRPr lang="en-US" dirty="0" smtClean="0">
              <a:ea typeface="+mn-ea"/>
            </a:endParaRPr>
          </a:p>
        </p:txBody>
      </p:sp>
      <p:sp>
        <p:nvSpPr>
          <p:cNvPr id="6553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D220741C-8197-46E2-8593-CBC6B411A70A}" type="slidenum">
              <a:rPr lang="en-US" altLang="en-US" sz="1200">
                <a:solidFill>
                  <a:srgbClr val="000000"/>
                </a:solidFill>
                <a:latin typeface="Calibri" panose="020F0502020204030204" pitchFamily="34" charset="0"/>
              </a:rPr>
              <a:pPr eaLnBrk="1" hangingPunct="1"/>
              <a:t>3</a:t>
            </a:fld>
            <a:endParaRPr lang="en-US" altLang="en-US" sz="1200">
              <a:solidFill>
                <a:srgbClr val="000000"/>
              </a:solidFill>
              <a:latin typeface="Calibri" panose="020F0502020204030204" pitchFamily="34" charset="0"/>
            </a:endParaRPr>
          </a:p>
        </p:txBody>
      </p:sp>
    </p:spTree>
    <p:extLst>
      <p:ext uri="{BB962C8B-B14F-4D97-AF65-F5344CB8AC3E}">
        <p14:creationId xmlns:p14="http://schemas.microsoft.com/office/powerpoint/2010/main" val="17432151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p:cNvSpPr>
            <a:spLocks noGrp="1"/>
          </p:cNvSpPr>
          <p:nvPr>
            <p:ph type="body" idx="1"/>
          </p:nvPr>
        </p:nvSpPr>
        <p:spPr>
          <a:ln/>
        </p:spPr>
        <p:txBody>
          <a:bodyPr/>
          <a:lstStyle/>
          <a:p>
            <a:pPr eaLnBrk="1" fontAlgn="auto" hangingPunct="1">
              <a:spcBef>
                <a:spcPts val="0"/>
              </a:spcBef>
              <a:spcAft>
                <a:spcPts val="0"/>
              </a:spcAft>
              <a:defRPr/>
            </a:pPr>
            <a:r>
              <a:rPr lang="en-US" b="1" dirty="0" smtClean="0">
                <a:ea typeface="+mn-ea"/>
              </a:rPr>
              <a:t>Security + Objective 2.1g DOS attacks</a:t>
            </a:r>
          </a:p>
          <a:p>
            <a:pPr eaLnBrk="1" fontAlgn="auto" hangingPunct="1">
              <a:spcBef>
                <a:spcPts val="0"/>
              </a:spcBef>
              <a:spcAft>
                <a:spcPts val="0"/>
              </a:spcAft>
              <a:defRPr/>
            </a:pPr>
            <a:endParaRPr lang="en-US" dirty="0" smtClean="0">
              <a:ea typeface="+mn-ea"/>
            </a:endParaRPr>
          </a:p>
          <a:p>
            <a:pPr marL="221559" indent="-221559" eaLnBrk="1" fontAlgn="auto" hangingPunct="1">
              <a:spcBef>
                <a:spcPts val="0"/>
              </a:spcBef>
              <a:spcAft>
                <a:spcPts val="0"/>
              </a:spcAft>
              <a:buFont typeface="+mj-lt"/>
              <a:buAutoNum type="arabicPeriod"/>
              <a:defRPr/>
            </a:pPr>
            <a:r>
              <a:rPr lang="en-US" dirty="0" smtClean="0">
                <a:ea typeface="+mn-ea"/>
              </a:rPr>
              <a:t>One example of a </a:t>
            </a:r>
            <a:r>
              <a:rPr lang="en-US" dirty="0" err="1" smtClean="0">
                <a:ea typeface="+mn-ea"/>
              </a:rPr>
              <a:t>DoS</a:t>
            </a:r>
            <a:r>
              <a:rPr lang="en-US" dirty="0" smtClean="0">
                <a:ea typeface="+mn-ea"/>
              </a:rPr>
              <a:t> attack that exploits a weakness in the operation of a specific protocol is a SYN flood attack.  </a:t>
            </a:r>
          </a:p>
          <a:p>
            <a:pPr marL="664677" lvl="1" indent="-221559" eaLnBrk="1" fontAlgn="auto" hangingPunct="1">
              <a:spcBef>
                <a:spcPts val="0"/>
              </a:spcBef>
              <a:spcAft>
                <a:spcPts val="0"/>
              </a:spcAft>
              <a:buFont typeface="+mj-lt"/>
              <a:buAutoNum type="alphaUcPeriod"/>
              <a:defRPr/>
            </a:pPr>
            <a:r>
              <a:rPr lang="en-US" dirty="0" smtClean="0">
                <a:ea typeface="+mn-ea"/>
                <a:cs typeface="ヒラギノ角ゴ Pro W3" pitchFamily="-111" charset="-128"/>
              </a:rPr>
              <a:t>A study of how a SYN flood attack works illustrates the basic principles of how any </a:t>
            </a:r>
            <a:r>
              <a:rPr lang="en-US" dirty="0" err="1" smtClean="0">
                <a:ea typeface="+mn-ea"/>
                <a:cs typeface="ヒラギノ角ゴ Pro W3" pitchFamily="-111" charset="-128"/>
              </a:rPr>
              <a:t>DoS</a:t>
            </a:r>
            <a:r>
              <a:rPr lang="en-US" dirty="0" smtClean="0">
                <a:ea typeface="+mn-ea"/>
                <a:cs typeface="ヒラギノ角ゴ Pro W3" pitchFamily="-111" charset="-128"/>
              </a:rPr>
              <a:t> attack works. </a:t>
            </a:r>
          </a:p>
          <a:p>
            <a:pPr marL="221559" indent="-221559" eaLnBrk="1" fontAlgn="auto" hangingPunct="1">
              <a:spcBef>
                <a:spcPts val="0"/>
              </a:spcBef>
              <a:spcAft>
                <a:spcPts val="0"/>
              </a:spcAft>
              <a:defRPr/>
            </a:pPr>
            <a:endParaRPr lang="en-US" dirty="0" smtClean="0">
              <a:ea typeface="+mn-ea"/>
            </a:endParaRPr>
          </a:p>
          <a:p>
            <a:pPr marL="221559" indent="-221559" eaLnBrk="1" fontAlgn="auto" hangingPunct="1">
              <a:spcBef>
                <a:spcPts val="0"/>
              </a:spcBef>
              <a:spcAft>
                <a:spcPts val="0"/>
              </a:spcAft>
              <a:buFont typeface="+mj-lt"/>
              <a:buAutoNum type="arabicPeriod"/>
              <a:defRPr/>
            </a:pPr>
            <a:r>
              <a:rPr lang="en-US" dirty="0" smtClean="0">
                <a:ea typeface="+mn-ea"/>
              </a:rPr>
              <a:t>A SYN flood attack takes advantage of the way that TCP/IP networks were designed to function.</a:t>
            </a:r>
          </a:p>
          <a:p>
            <a:pPr marL="664677" lvl="1" indent="-221559" eaLnBrk="1" fontAlgn="auto" hangingPunct="1">
              <a:spcBef>
                <a:spcPts val="0"/>
              </a:spcBef>
              <a:spcAft>
                <a:spcPts val="0"/>
              </a:spcAft>
              <a:buFont typeface="+mj-lt"/>
              <a:buAutoNum type="alphaUcPeriod"/>
              <a:defRPr/>
            </a:pPr>
            <a:r>
              <a:rPr lang="en-US" dirty="0" smtClean="0">
                <a:ea typeface="+mn-ea"/>
                <a:cs typeface="ヒラギノ角ゴ Pro W3" pitchFamily="-111" charset="-128"/>
              </a:rPr>
              <a:t>SYN flooding uses the TCP three-way handshake that establishes a connection between two systems. </a:t>
            </a:r>
          </a:p>
          <a:p>
            <a:pPr marL="221559" indent="-221559" eaLnBrk="1" fontAlgn="auto" hangingPunct="1">
              <a:spcBef>
                <a:spcPts val="0"/>
              </a:spcBef>
              <a:spcAft>
                <a:spcPts val="0"/>
              </a:spcAft>
              <a:buFont typeface="+mj-lt"/>
              <a:buAutoNum type="alphaUcPeriod"/>
              <a:defRPr/>
            </a:pPr>
            <a:endParaRPr lang="en-US" dirty="0" smtClean="0">
              <a:latin typeface="Arial" pitchFamily="34" charset="0"/>
              <a:ea typeface="+mn-ea"/>
            </a:endParaRPr>
          </a:p>
        </p:txBody>
      </p:sp>
      <p:sp>
        <p:nvSpPr>
          <p:cNvPr id="6758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ADE93990-C064-4637-B0DE-C9348451A47A}" type="slidenum">
              <a:rPr lang="en-US" altLang="en-US" sz="1200">
                <a:solidFill>
                  <a:srgbClr val="000000"/>
                </a:solidFill>
                <a:latin typeface="Calibri" panose="020F0502020204030204" pitchFamily="34" charset="0"/>
              </a:rPr>
              <a:pPr eaLnBrk="1" hangingPunct="1"/>
              <a:t>4</a:t>
            </a:fld>
            <a:endParaRPr lang="en-US" altLang="en-US" sz="1200">
              <a:solidFill>
                <a:srgbClr val="000000"/>
              </a:solidFill>
              <a:latin typeface="Calibri" panose="020F0502020204030204" pitchFamily="34" charset="0"/>
            </a:endParaRPr>
          </a:p>
        </p:txBody>
      </p:sp>
    </p:spTree>
    <p:extLst>
      <p:ext uri="{BB962C8B-B14F-4D97-AF65-F5344CB8AC3E}">
        <p14:creationId xmlns:p14="http://schemas.microsoft.com/office/powerpoint/2010/main" val="4990546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p:cNvSpPr>
            <a:spLocks noGrp="1"/>
          </p:cNvSpPr>
          <p:nvPr>
            <p:ph type="body" idx="1"/>
          </p:nvPr>
        </p:nvSpPr>
        <p:spPr>
          <a:ln/>
        </p:spPr>
        <p:txBody>
          <a:bodyPr/>
          <a:lstStyle/>
          <a:p>
            <a:pPr marL="221559" indent="-221559" eaLnBrk="1" fontAlgn="auto" hangingPunct="1">
              <a:spcBef>
                <a:spcPts val="0"/>
              </a:spcBef>
              <a:spcAft>
                <a:spcPts val="0"/>
              </a:spcAft>
              <a:defRPr/>
            </a:pPr>
            <a:endParaRPr lang="en-US" dirty="0" smtClean="0">
              <a:ea typeface="+mn-ea"/>
            </a:endParaRPr>
          </a:p>
          <a:p>
            <a:pPr marL="221559" indent="-221559" eaLnBrk="1" fontAlgn="auto" hangingPunct="1">
              <a:spcBef>
                <a:spcPts val="0"/>
              </a:spcBef>
              <a:spcAft>
                <a:spcPts val="0"/>
              </a:spcAft>
              <a:buFont typeface="+mj-lt"/>
              <a:buAutoNum type="arabicPeriod"/>
              <a:defRPr/>
            </a:pPr>
            <a:r>
              <a:rPr lang="en-US" dirty="0" smtClean="0">
                <a:ea typeface="+mn-ea"/>
              </a:rPr>
              <a:t>First, System 1 sends a SYN packet to System 2 indicating a desire to communicate with the system.</a:t>
            </a:r>
          </a:p>
          <a:p>
            <a:pPr marL="221559" indent="-221559" eaLnBrk="1" fontAlgn="auto" hangingPunct="1">
              <a:spcBef>
                <a:spcPts val="0"/>
              </a:spcBef>
              <a:spcAft>
                <a:spcPts val="0"/>
              </a:spcAft>
              <a:buFont typeface="+mj-lt"/>
              <a:buAutoNum type="arabicPeriod"/>
              <a:defRPr/>
            </a:pPr>
            <a:r>
              <a:rPr lang="en-US" dirty="0" smtClean="0">
                <a:ea typeface="+mn-ea"/>
              </a:rPr>
              <a:t>Then System 2 responds to System 1 by sending back the SYN packet combined with an ACK packet to indicate its willingness to accept communications.</a:t>
            </a:r>
          </a:p>
          <a:p>
            <a:pPr marL="221559" indent="-221559" eaLnBrk="1" fontAlgn="auto" hangingPunct="1">
              <a:spcBef>
                <a:spcPts val="0"/>
              </a:spcBef>
              <a:spcAft>
                <a:spcPts val="0"/>
              </a:spcAft>
              <a:buFont typeface="+mj-lt"/>
              <a:buAutoNum type="arabicPeriod"/>
              <a:defRPr/>
            </a:pPr>
            <a:r>
              <a:rPr lang="en-US" dirty="0" smtClean="0">
                <a:ea typeface="+mn-ea"/>
              </a:rPr>
              <a:t>Once System 1 receives the SYN/ACK packet, it responds with an ACK packet and communications are then established between the systems.</a:t>
            </a:r>
          </a:p>
          <a:p>
            <a:pPr eaLnBrk="1" fontAlgn="auto" hangingPunct="1">
              <a:spcBef>
                <a:spcPts val="0"/>
              </a:spcBef>
              <a:spcAft>
                <a:spcPts val="0"/>
              </a:spcAft>
              <a:defRPr/>
            </a:pPr>
            <a:endParaRPr lang="en-US" dirty="0" smtClean="0">
              <a:ea typeface="+mn-ea"/>
            </a:endParaRPr>
          </a:p>
          <a:p>
            <a:pPr eaLnBrk="1" fontAlgn="auto" hangingPunct="1">
              <a:spcBef>
                <a:spcPts val="0"/>
              </a:spcBef>
              <a:spcAft>
                <a:spcPts val="0"/>
              </a:spcAft>
              <a:defRPr/>
            </a:pPr>
            <a:endParaRPr lang="en-US" dirty="0" smtClean="0">
              <a:ea typeface="+mn-ea"/>
            </a:endParaRPr>
          </a:p>
        </p:txBody>
      </p:sp>
      <p:sp>
        <p:nvSpPr>
          <p:cNvPr id="6963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894F2571-74F9-42AE-B11B-F08FDF1179E3}" type="slidenum">
              <a:rPr lang="en-US" altLang="en-US" sz="1200">
                <a:solidFill>
                  <a:srgbClr val="000000"/>
                </a:solidFill>
                <a:latin typeface="Calibri" panose="020F0502020204030204" pitchFamily="34" charset="0"/>
              </a:rPr>
              <a:pPr eaLnBrk="1" hangingPunct="1"/>
              <a:t>5</a:t>
            </a:fld>
            <a:endParaRPr lang="en-US" altLang="en-US" sz="1200">
              <a:solidFill>
                <a:srgbClr val="000000"/>
              </a:solidFill>
              <a:latin typeface="Calibri" panose="020F0502020204030204" pitchFamily="34" charset="0"/>
            </a:endParaRPr>
          </a:p>
        </p:txBody>
      </p:sp>
    </p:spTree>
    <p:extLst>
      <p:ext uri="{BB962C8B-B14F-4D97-AF65-F5344CB8AC3E}">
        <p14:creationId xmlns:p14="http://schemas.microsoft.com/office/powerpoint/2010/main" val="25492067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b="1" smtClean="0"/>
              <a:t>Security + Objective 2.1g DOS attacks</a:t>
            </a:r>
          </a:p>
          <a:p>
            <a:pPr eaLnBrk="1" hangingPunct="1">
              <a:spcBef>
                <a:spcPct val="0"/>
              </a:spcBef>
            </a:pPr>
            <a:endParaRPr lang="en-US" altLang="en-US" smtClean="0"/>
          </a:p>
          <a:p>
            <a:pPr eaLnBrk="1" hangingPunct="1">
              <a:spcBef>
                <a:spcPct val="0"/>
              </a:spcBef>
              <a:buFont typeface="Calibri" panose="020F0502020204030204" pitchFamily="34" charset="0"/>
              <a:buAutoNum type="arabicPeriod"/>
            </a:pPr>
            <a:r>
              <a:rPr lang="en-US" altLang="en-US" smtClean="0"/>
              <a:t>First, an attacker sends a communication request to a target system, but fakes the IP address.</a:t>
            </a:r>
          </a:p>
          <a:p>
            <a:pPr eaLnBrk="1" hangingPunct="1">
              <a:spcBef>
                <a:spcPct val="0"/>
              </a:spcBef>
              <a:buFont typeface="Calibri" panose="020F0502020204030204" pitchFamily="34" charset="0"/>
              <a:buAutoNum type="arabicPeriod"/>
            </a:pPr>
            <a:r>
              <a:rPr lang="en-US" altLang="en-US" smtClean="0"/>
              <a:t>The target system then responds to the request, but directs its response to the faked IP address.</a:t>
            </a:r>
          </a:p>
          <a:p>
            <a:pPr eaLnBrk="1" hangingPunct="1">
              <a:spcBef>
                <a:spcPct val="0"/>
              </a:spcBef>
              <a:buFont typeface="Calibri" panose="020F0502020204030204" pitchFamily="34" charset="0"/>
              <a:buAutoNum type="arabicPeriod"/>
            </a:pPr>
            <a:r>
              <a:rPr lang="en-US" altLang="en-US" smtClean="0"/>
              <a:t>Next the target system waits in vain for an acknowledgement from the imaginary system at the faked IP address.</a:t>
            </a:r>
          </a:p>
          <a:p>
            <a:pPr eaLnBrk="1" hangingPunct="1">
              <a:spcBef>
                <a:spcPct val="0"/>
              </a:spcBef>
              <a:buFont typeface="Calibri" panose="020F0502020204030204" pitchFamily="34" charset="0"/>
              <a:buAutoNum type="arabicPeriod"/>
            </a:pPr>
            <a:r>
              <a:rPr lang="en-US" altLang="en-US" smtClean="0"/>
              <a:t>Of course that acknowledgement never comes and the communication request eventually times out.</a:t>
            </a:r>
          </a:p>
          <a:p>
            <a:pPr eaLnBrk="1" hangingPunct="1">
              <a:spcBef>
                <a:spcPct val="0"/>
              </a:spcBef>
              <a:buFont typeface="Calibri" panose="020F0502020204030204" pitchFamily="34" charset="0"/>
              <a:buAutoNum type="arabicPeriod"/>
            </a:pPr>
            <a:r>
              <a:rPr lang="en-US" altLang="en-US" smtClean="0"/>
              <a:t>However, if the attacker is able to send this type of communication requests quicker than they are timing out on the target system, it will create a backlog of requests which will tax the target system to the point of it no longer being able to accept new communication requests.</a:t>
            </a:r>
          </a:p>
          <a:p>
            <a:pPr eaLnBrk="1" hangingPunct="1">
              <a:spcBef>
                <a:spcPct val="0"/>
              </a:spcBef>
            </a:pPr>
            <a:r>
              <a:rPr lang="en-US" altLang="en-US" smtClean="0"/>
              <a:t> </a:t>
            </a:r>
          </a:p>
          <a:p>
            <a:pPr eaLnBrk="1" hangingPunct="1">
              <a:spcBef>
                <a:spcPct val="0"/>
              </a:spcBef>
            </a:pPr>
            <a:endParaRPr lang="en-US" altLang="en-US" smtClean="0">
              <a:latin typeface="Arial" panose="020B0604020202020204" pitchFamily="34" charset="0"/>
            </a:endParaRPr>
          </a:p>
        </p:txBody>
      </p:sp>
      <p:sp>
        <p:nvSpPr>
          <p:cNvPr id="7168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98482CC7-7438-4A92-B99D-631D4AB8986B}" type="slidenum">
              <a:rPr lang="en-US" altLang="en-US" sz="1200">
                <a:solidFill>
                  <a:srgbClr val="000000"/>
                </a:solidFill>
                <a:latin typeface="Calibri" panose="020F0502020204030204" pitchFamily="34" charset="0"/>
              </a:rPr>
              <a:pPr eaLnBrk="1" hangingPunct="1"/>
              <a:t>6</a:t>
            </a:fld>
            <a:endParaRPr lang="en-US" altLang="en-US" sz="1200">
              <a:solidFill>
                <a:srgbClr val="000000"/>
              </a:solidFill>
              <a:latin typeface="Calibri" panose="020F0502020204030204" pitchFamily="34" charset="0"/>
            </a:endParaRPr>
          </a:p>
        </p:txBody>
      </p:sp>
    </p:spTree>
    <p:extLst>
      <p:ext uri="{BB962C8B-B14F-4D97-AF65-F5344CB8AC3E}">
        <p14:creationId xmlns:p14="http://schemas.microsoft.com/office/powerpoint/2010/main" val="6439547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smtClean="0">
                <a:latin typeface="Arial" panose="020B0604020202020204" pitchFamily="34" charset="0"/>
                <a:ea typeface="ヒラギノ角ゴ Pro W3" charset="-128"/>
              </a:rPr>
              <a:t> This illustration shows a SYN flood attack as described in the previous slide.</a:t>
            </a:r>
          </a:p>
        </p:txBody>
      </p:sp>
      <p:sp>
        <p:nvSpPr>
          <p:cNvPr id="7373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046239D4-A1CA-4F5E-8CE5-78756CEE3FB2}" type="slidenum">
              <a:rPr lang="en-US" altLang="en-US" sz="1200">
                <a:solidFill>
                  <a:srgbClr val="000000"/>
                </a:solidFill>
                <a:latin typeface="Calibri" panose="020F0502020204030204" pitchFamily="34" charset="0"/>
              </a:rPr>
              <a:pPr eaLnBrk="1" hangingPunct="1"/>
              <a:t>7</a:t>
            </a:fld>
            <a:endParaRPr lang="en-US" altLang="en-US" sz="1200">
              <a:solidFill>
                <a:srgbClr val="000000"/>
              </a:solidFill>
              <a:latin typeface="Calibri" panose="020F0502020204030204" pitchFamily="34" charset="0"/>
            </a:endParaRPr>
          </a:p>
        </p:txBody>
      </p:sp>
    </p:spTree>
    <p:extLst>
      <p:ext uri="{BB962C8B-B14F-4D97-AF65-F5344CB8AC3E}">
        <p14:creationId xmlns:p14="http://schemas.microsoft.com/office/powerpoint/2010/main" val="29539507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p:cNvSpPr>
            <a:spLocks noGrp="1"/>
          </p:cNvSpPr>
          <p:nvPr>
            <p:ph type="body" idx="1"/>
          </p:nvPr>
        </p:nvSpPr>
        <p:spPr>
          <a:ln/>
        </p:spPr>
        <p:txBody>
          <a:bodyPr/>
          <a:lstStyle/>
          <a:p>
            <a:pPr eaLnBrk="1" fontAlgn="auto" hangingPunct="1">
              <a:spcBef>
                <a:spcPts val="0"/>
              </a:spcBef>
              <a:spcAft>
                <a:spcPts val="0"/>
              </a:spcAft>
              <a:defRPr/>
            </a:pPr>
            <a:r>
              <a:rPr lang="en-US" b="1" dirty="0" smtClean="0">
                <a:ea typeface="+mn-ea"/>
              </a:rPr>
              <a:t>Security + Objective 2.1h </a:t>
            </a:r>
            <a:r>
              <a:rPr lang="en-US" b="1" dirty="0" err="1" smtClean="0">
                <a:ea typeface="+mn-ea"/>
              </a:rPr>
              <a:t>DDoS</a:t>
            </a:r>
            <a:r>
              <a:rPr lang="en-US" b="1" dirty="0" smtClean="0">
                <a:ea typeface="+mn-ea"/>
              </a:rPr>
              <a:t> attacks</a:t>
            </a:r>
          </a:p>
          <a:p>
            <a:pPr marL="221559" indent="-221559" eaLnBrk="1" fontAlgn="auto" hangingPunct="1">
              <a:spcBef>
                <a:spcPts val="0"/>
              </a:spcBef>
              <a:spcAft>
                <a:spcPts val="0"/>
              </a:spcAft>
              <a:buFont typeface="+mj-lt"/>
              <a:buAutoNum type="arabicPeriod"/>
              <a:defRPr/>
            </a:pPr>
            <a:endParaRPr lang="en-US" dirty="0" smtClean="0">
              <a:ea typeface="+mn-ea"/>
            </a:endParaRPr>
          </a:p>
          <a:p>
            <a:pPr marL="221559" indent="-221559" eaLnBrk="1" fontAlgn="auto" hangingPunct="1">
              <a:spcBef>
                <a:spcPts val="0"/>
              </a:spcBef>
              <a:spcAft>
                <a:spcPts val="0"/>
              </a:spcAft>
              <a:buFont typeface="+mj-lt"/>
              <a:buAutoNum type="arabicPeriod"/>
              <a:defRPr/>
            </a:pPr>
            <a:r>
              <a:rPr lang="en-US" dirty="0" smtClean="0">
                <a:ea typeface="+mn-ea"/>
              </a:rPr>
              <a:t>Similar to a </a:t>
            </a:r>
            <a:r>
              <a:rPr lang="en-US" dirty="0" err="1" smtClean="0">
                <a:ea typeface="+mn-ea"/>
              </a:rPr>
              <a:t>DoS</a:t>
            </a:r>
            <a:r>
              <a:rPr lang="en-US" dirty="0" smtClean="0">
                <a:ea typeface="+mn-ea"/>
              </a:rPr>
              <a:t> attack, a Distributed Denial of Service (</a:t>
            </a:r>
            <a:r>
              <a:rPr lang="en-US" dirty="0" err="1" smtClean="0">
                <a:ea typeface="+mn-ea"/>
              </a:rPr>
              <a:t>DDoS</a:t>
            </a:r>
            <a:r>
              <a:rPr lang="en-US" dirty="0" smtClean="0">
                <a:ea typeface="+mn-ea"/>
              </a:rPr>
              <a:t>) attack has a goal of denying service to authorized users.</a:t>
            </a:r>
          </a:p>
          <a:p>
            <a:pPr marL="664677" lvl="1" indent="-221559" eaLnBrk="1" fontAlgn="auto" hangingPunct="1">
              <a:spcBef>
                <a:spcPts val="0"/>
              </a:spcBef>
              <a:spcAft>
                <a:spcPts val="0"/>
              </a:spcAft>
              <a:buFont typeface="+mj-lt"/>
              <a:buAutoNum type="alphaUcPeriod"/>
              <a:defRPr/>
            </a:pPr>
            <a:r>
              <a:rPr lang="en-US" dirty="0" smtClean="0">
                <a:ea typeface="+mn-ea"/>
                <a:cs typeface="ヒラギノ角ゴ Pro W3" pitchFamily="-111" charset="-128"/>
              </a:rPr>
              <a:t>The difference between a </a:t>
            </a:r>
            <a:r>
              <a:rPr lang="en-US" dirty="0" err="1" smtClean="0">
                <a:ea typeface="+mn-ea"/>
                <a:cs typeface="ヒラギノ角ゴ Pro W3" pitchFamily="-111" charset="-128"/>
              </a:rPr>
              <a:t>DoS</a:t>
            </a:r>
            <a:r>
              <a:rPr lang="en-US" dirty="0" smtClean="0">
                <a:ea typeface="+mn-ea"/>
                <a:cs typeface="ヒラギノ角ゴ Pro W3" pitchFamily="-111" charset="-128"/>
              </a:rPr>
              <a:t> and </a:t>
            </a:r>
            <a:r>
              <a:rPr lang="en-US" dirty="0" err="1" smtClean="0">
                <a:ea typeface="+mn-ea"/>
                <a:cs typeface="ヒラギノ角ゴ Pro W3" pitchFamily="-111" charset="-128"/>
              </a:rPr>
              <a:t>DDoS</a:t>
            </a:r>
            <a:r>
              <a:rPr lang="en-US" dirty="0" smtClean="0">
                <a:ea typeface="+mn-ea"/>
                <a:cs typeface="ヒラギノ角ゴ Pro W3" pitchFamily="-111" charset="-128"/>
              </a:rPr>
              <a:t> attack centers on the ability of the </a:t>
            </a:r>
            <a:r>
              <a:rPr lang="en-US" dirty="0" err="1" smtClean="0">
                <a:ea typeface="+mn-ea"/>
                <a:cs typeface="ヒラギノ角ゴ Pro W3" pitchFamily="-111" charset="-128"/>
              </a:rPr>
              <a:t>DDoS</a:t>
            </a:r>
            <a:r>
              <a:rPr lang="en-US" dirty="0" smtClean="0">
                <a:ea typeface="+mn-ea"/>
                <a:cs typeface="ヒラギノ角ゴ Pro W3" pitchFamily="-111" charset="-128"/>
              </a:rPr>
              <a:t> to use the combined resources of many systems.  An entire network of attack agents can be commandeered and controlled by an attacker.</a:t>
            </a:r>
          </a:p>
          <a:p>
            <a:pPr marL="664677" lvl="1" indent="-221559" eaLnBrk="1" fontAlgn="auto" hangingPunct="1">
              <a:spcBef>
                <a:spcPts val="0"/>
              </a:spcBef>
              <a:spcAft>
                <a:spcPts val="0"/>
              </a:spcAft>
              <a:buFont typeface="+mj-lt"/>
              <a:buAutoNum type="alphaUcPeriod"/>
              <a:defRPr/>
            </a:pPr>
            <a:r>
              <a:rPr lang="en-US" dirty="0" smtClean="0">
                <a:ea typeface="+mn-ea"/>
                <a:cs typeface="ヒラギノ角ゴ Pro W3" pitchFamily="-111" charset="-128"/>
              </a:rPr>
              <a:t>The combined systems can then overwhelm the target with traffic under the direction of the attacker.</a:t>
            </a:r>
          </a:p>
          <a:p>
            <a:pPr marL="664677" lvl="1" indent="-221559" eaLnBrk="1" fontAlgn="auto" hangingPunct="1">
              <a:spcBef>
                <a:spcPts val="0"/>
              </a:spcBef>
              <a:spcAft>
                <a:spcPts val="0"/>
              </a:spcAft>
              <a:buFont typeface="+mj-lt"/>
              <a:buAutoNum type="alphaUcPeriod"/>
              <a:defRPr/>
            </a:pPr>
            <a:r>
              <a:rPr lang="en-US" dirty="0" smtClean="0">
                <a:ea typeface="+mn-ea"/>
                <a:cs typeface="ヒラギノ角ゴ Pro W3" pitchFamily="-111" charset="-128"/>
              </a:rPr>
              <a:t>If the attack network is large enough, even simple web traffic can quickly overwhelm even the largest web sites.</a:t>
            </a:r>
          </a:p>
          <a:p>
            <a:pPr eaLnBrk="1" fontAlgn="auto" hangingPunct="1">
              <a:spcBef>
                <a:spcPts val="0"/>
              </a:spcBef>
              <a:spcAft>
                <a:spcPts val="0"/>
              </a:spcAft>
              <a:defRPr/>
            </a:pPr>
            <a:endParaRPr lang="en-US" dirty="0" smtClean="0">
              <a:ea typeface="+mn-ea"/>
            </a:endParaRPr>
          </a:p>
        </p:txBody>
      </p:sp>
      <p:sp>
        <p:nvSpPr>
          <p:cNvPr id="7577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04E3750F-5F7E-4C46-9BD3-1039C60CD8B3}" type="slidenum">
              <a:rPr lang="en-US" altLang="en-US" sz="1200">
                <a:solidFill>
                  <a:srgbClr val="000000"/>
                </a:solidFill>
                <a:latin typeface="Calibri" panose="020F0502020204030204" pitchFamily="34" charset="0"/>
              </a:rPr>
              <a:pPr eaLnBrk="1" hangingPunct="1"/>
              <a:t>8</a:t>
            </a:fld>
            <a:endParaRPr lang="en-US" altLang="en-US" sz="1200">
              <a:solidFill>
                <a:srgbClr val="000000"/>
              </a:solidFill>
              <a:latin typeface="Calibri" panose="020F0502020204030204" pitchFamily="34" charset="0"/>
            </a:endParaRPr>
          </a:p>
        </p:txBody>
      </p:sp>
    </p:spTree>
    <p:extLst>
      <p:ext uri="{BB962C8B-B14F-4D97-AF65-F5344CB8AC3E}">
        <p14:creationId xmlns:p14="http://schemas.microsoft.com/office/powerpoint/2010/main" val="3327441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b="1" smtClean="0">
                <a:latin typeface="Arial" panose="020B0604020202020204" pitchFamily="34" charset="0"/>
                <a:ea typeface="ヒラギノ角ゴ Pro W3" charset="-128"/>
              </a:rPr>
              <a:t>Security + Objective 2.1h DDoS attacks</a:t>
            </a:r>
          </a:p>
          <a:p>
            <a:pPr eaLnBrk="1" hangingPunct="1">
              <a:spcBef>
                <a:spcPct val="0"/>
              </a:spcBef>
            </a:pPr>
            <a:endParaRPr lang="en-US" altLang="en-US" b="1" smtClean="0">
              <a:latin typeface="Arial" panose="020B0604020202020204" pitchFamily="34" charset="0"/>
              <a:ea typeface="ヒラギノ角ゴ Pro W3" charset="-128"/>
            </a:endParaRPr>
          </a:p>
          <a:p>
            <a:pPr eaLnBrk="1" hangingPunct="1">
              <a:spcBef>
                <a:spcPct val="0"/>
              </a:spcBef>
            </a:pPr>
            <a:r>
              <a:rPr lang="en-US" altLang="en-US" smtClean="0">
                <a:latin typeface="Arial" panose="020B0604020202020204" pitchFamily="34" charset="0"/>
                <a:ea typeface="ヒラギノ角ゴ Pro W3" charset="-128"/>
              </a:rPr>
              <a:t>This illustration shows a DDoS attack as described in the previous slide.</a:t>
            </a:r>
            <a:endParaRPr lang="en-US" altLang="en-US" b="1" smtClean="0">
              <a:latin typeface="Arial" panose="020B0604020202020204" pitchFamily="34" charset="0"/>
              <a:ea typeface="ヒラギノ角ゴ Pro W3" charset="-128"/>
            </a:endParaRPr>
          </a:p>
          <a:p>
            <a:pPr eaLnBrk="1" hangingPunct="1">
              <a:spcBef>
                <a:spcPct val="0"/>
              </a:spcBef>
            </a:pPr>
            <a:endParaRPr lang="en-US" altLang="en-US" smtClean="0">
              <a:latin typeface="Arial" panose="020B0604020202020204" pitchFamily="34" charset="0"/>
              <a:ea typeface="ヒラギノ角ゴ Pro W3" charset="-128"/>
            </a:endParaRPr>
          </a:p>
        </p:txBody>
      </p:sp>
      <p:sp>
        <p:nvSpPr>
          <p:cNvPr id="7782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A0680B31-3482-4436-924E-76D0E4BF071E}" type="slidenum">
              <a:rPr lang="en-US" altLang="en-US" sz="1200">
                <a:solidFill>
                  <a:srgbClr val="000000"/>
                </a:solidFill>
                <a:latin typeface="Calibri" panose="020F0502020204030204" pitchFamily="34" charset="0"/>
              </a:rPr>
              <a:pPr eaLnBrk="1" hangingPunct="1"/>
              <a:t>9</a:t>
            </a:fld>
            <a:endParaRPr lang="en-US" altLang="en-US" sz="1200">
              <a:solidFill>
                <a:srgbClr val="000000"/>
              </a:solidFill>
              <a:latin typeface="Calibri" panose="020F0502020204030204" pitchFamily="34" charset="0"/>
            </a:endParaRPr>
          </a:p>
        </p:txBody>
      </p:sp>
    </p:spTree>
    <p:extLst>
      <p:ext uri="{BB962C8B-B14F-4D97-AF65-F5344CB8AC3E}">
        <p14:creationId xmlns:p14="http://schemas.microsoft.com/office/powerpoint/2010/main" val="2673584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p:cNvSpPr>
            <a:spLocks noGrp="1"/>
          </p:cNvSpPr>
          <p:nvPr>
            <p:ph type="body" idx="1"/>
          </p:nvPr>
        </p:nvSpPr>
        <p:spPr>
          <a:ln/>
        </p:spPr>
        <p:txBody>
          <a:bodyPr/>
          <a:lstStyle/>
          <a:p>
            <a:pPr marL="221559" indent="-221559" eaLnBrk="1" fontAlgn="auto" hangingPunct="1">
              <a:spcBef>
                <a:spcPts val="0"/>
              </a:spcBef>
              <a:spcAft>
                <a:spcPts val="0"/>
              </a:spcAft>
              <a:buFont typeface="+mj-lt"/>
              <a:buAutoNum type="arabicPeriod"/>
              <a:defRPr/>
            </a:pPr>
            <a:r>
              <a:rPr lang="en-US" dirty="0" smtClean="0">
                <a:ea typeface="+mn-ea"/>
              </a:rPr>
              <a:t>A Ping of Death attack (POD) is an example of a </a:t>
            </a:r>
            <a:r>
              <a:rPr lang="en-US" dirty="0" err="1" smtClean="0">
                <a:ea typeface="+mn-ea"/>
              </a:rPr>
              <a:t>DoS</a:t>
            </a:r>
            <a:r>
              <a:rPr lang="en-US" dirty="0" smtClean="0">
                <a:ea typeface="+mn-ea"/>
              </a:rPr>
              <a:t> attack which targets a specific protocol or operating system.</a:t>
            </a:r>
          </a:p>
          <a:p>
            <a:pPr marL="221559" indent="-221559" eaLnBrk="1" fontAlgn="auto" hangingPunct="1">
              <a:spcBef>
                <a:spcPts val="0"/>
              </a:spcBef>
              <a:spcAft>
                <a:spcPts val="0"/>
              </a:spcAft>
              <a:buFont typeface="+mj-lt"/>
              <a:buAutoNum type="arabicPeriod"/>
              <a:defRPr/>
            </a:pPr>
            <a:endParaRPr lang="en-US" dirty="0" smtClean="0">
              <a:ea typeface="+mn-ea"/>
            </a:endParaRPr>
          </a:p>
          <a:p>
            <a:pPr marL="221559" indent="-221559" eaLnBrk="1" fontAlgn="auto" hangingPunct="1">
              <a:spcBef>
                <a:spcPts val="0"/>
              </a:spcBef>
              <a:spcAft>
                <a:spcPts val="0"/>
              </a:spcAft>
              <a:buFont typeface="+mj-lt"/>
              <a:buAutoNum type="arabicPeriod"/>
              <a:defRPr/>
            </a:pPr>
            <a:r>
              <a:rPr lang="en-US" dirty="0" smtClean="0">
                <a:ea typeface="+mn-ea"/>
              </a:rPr>
              <a:t>Attacker sends an Internet Control Message Protocol (ICMP) ping packet equal to or greater than 64KB.</a:t>
            </a:r>
          </a:p>
          <a:p>
            <a:pPr marL="664677" lvl="1" indent="-221559" eaLnBrk="1" fontAlgn="auto" hangingPunct="1">
              <a:spcBef>
                <a:spcPts val="0"/>
              </a:spcBef>
              <a:spcAft>
                <a:spcPts val="0"/>
              </a:spcAft>
              <a:buFont typeface="+mj-lt"/>
              <a:buAutoNum type="alphaUcPeriod"/>
              <a:defRPr/>
            </a:pPr>
            <a:r>
              <a:rPr lang="en-US" dirty="0" smtClean="0">
                <a:ea typeface="+mn-ea"/>
                <a:cs typeface="ヒラギノ角ゴ Pro W3" pitchFamily="-111" charset="-128"/>
              </a:rPr>
              <a:t>This type of packet should not occur naturally.</a:t>
            </a:r>
          </a:p>
          <a:p>
            <a:pPr marL="221559" indent="-221559" eaLnBrk="1" fontAlgn="auto" hangingPunct="1">
              <a:spcBef>
                <a:spcPts val="0"/>
              </a:spcBef>
              <a:spcAft>
                <a:spcPts val="0"/>
              </a:spcAft>
              <a:defRPr/>
            </a:pPr>
            <a:endParaRPr lang="en-US" dirty="0" smtClean="0">
              <a:ea typeface="+mn-ea"/>
            </a:endParaRPr>
          </a:p>
          <a:p>
            <a:pPr marL="221559" indent="-221559" eaLnBrk="1" fontAlgn="auto" hangingPunct="1">
              <a:spcBef>
                <a:spcPts val="0"/>
              </a:spcBef>
              <a:spcAft>
                <a:spcPts val="0"/>
              </a:spcAft>
              <a:buFont typeface="+mj-lt"/>
              <a:buAutoNum type="arabicPeriod"/>
              <a:defRPr/>
            </a:pPr>
            <a:r>
              <a:rPr lang="en-US" dirty="0" smtClean="0">
                <a:ea typeface="+mn-ea"/>
              </a:rPr>
              <a:t>Some systems cannot handle the packet and will hang or crash.</a:t>
            </a:r>
          </a:p>
          <a:p>
            <a:pPr eaLnBrk="1" fontAlgn="auto" hangingPunct="1">
              <a:spcBef>
                <a:spcPts val="0"/>
              </a:spcBef>
              <a:spcAft>
                <a:spcPts val="0"/>
              </a:spcAft>
              <a:defRPr/>
            </a:pPr>
            <a:endParaRPr lang="en-US" dirty="0" smtClean="0">
              <a:ea typeface="+mn-ea"/>
            </a:endParaRPr>
          </a:p>
        </p:txBody>
      </p:sp>
      <p:sp>
        <p:nvSpPr>
          <p:cNvPr id="7987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70856857-1AD5-4A7F-ADF9-9DED30F5FE24}" type="slidenum">
              <a:rPr lang="en-US" altLang="en-US" sz="1200">
                <a:solidFill>
                  <a:srgbClr val="000000"/>
                </a:solidFill>
                <a:latin typeface="Calibri" panose="020F0502020204030204" pitchFamily="34" charset="0"/>
              </a:rPr>
              <a:pPr eaLnBrk="1" hangingPunct="1"/>
              <a:t>10</a:t>
            </a:fld>
            <a:endParaRPr lang="en-US" altLang="en-US" sz="1200">
              <a:solidFill>
                <a:srgbClr val="000000"/>
              </a:solidFill>
              <a:latin typeface="Calibri" panose="020F0502020204030204" pitchFamily="34" charset="0"/>
            </a:endParaRPr>
          </a:p>
        </p:txBody>
      </p:sp>
    </p:spTree>
    <p:extLst>
      <p:ext uri="{BB962C8B-B14F-4D97-AF65-F5344CB8AC3E}">
        <p14:creationId xmlns:p14="http://schemas.microsoft.com/office/powerpoint/2010/main" val="41857287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4FB34A4E-EC08-456A-9400-2984F9B4A104}" type="slidenum">
              <a:rPr lang="en-US" altLang="en-US" sz="1200">
                <a:solidFill>
                  <a:srgbClr val="000000"/>
                </a:solidFill>
                <a:latin typeface="Calibri" panose="020F0502020204030204" pitchFamily="34" charset="0"/>
              </a:rPr>
              <a:pPr eaLnBrk="1" hangingPunct="1"/>
              <a:t>11</a:t>
            </a:fld>
            <a:endParaRPr lang="en-US" altLang="en-US" sz="1200">
              <a:solidFill>
                <a:srgbClr val="000000"/>
              </a:solidFill>
              <a:latin typeface="Calibri" panose="020F0502020204030204" pitchFamily="34" charset="0"/>
            </a:endParaRPr>
          </a:p>
        </p:txBody>
      </p:sp>
      <p:sp>
        <p:nvSpPr>
          <p:cNvPr id="8192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12057757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smtClean="0"/>
              <a:t>TCP/IP protocols were originally developed to operate in a friendly environment where each system connected to the network used the protocols as they were designed.  However, as time went on, the protocols began to be abused as is illustrated by network-traffic sniffing programs, sometimes referred to as sniffers.</a:t>
            </a:r>
          </a:p>
          <a:p>
            <a:pPr eaLnBrk="1" hangingPunct="1">
              <a:spcBef>
                <a:spcPct val="0"/>
              </a:spcBef>
            </a:pPr>
            <a:endParaRPr lang="en-US" altLang="en-US" smtClean="0"/>
          </a:p>
          <a:p>
            <a:pPr eaLnBrk="1" hangingPunct="1">
              <a:spcBef>
                <a:spcPct val="0"/>
              </a:spcBef>
              <a:buFont typeface="Calibri" panose="020F0502020204030204" pitchFamily="34" charset="0"/>
              <a:buAutoNum type="arabicPeriod"/>
            </a:pPr>
            <a:r>
              <a:rPr lang="en-US" altLang="en-US" smtClean="0"/>
              <a:t>Sniffing occurs when an attacker examines all network traffic as it passes their NIC independent of whether or not the traffic is addressed to them or not.</a:t>
            </a:r>
          </a:p>
          <a:p>
            <a:pPr marL="663575" lvl="1" indent="-220663" eaLnBrk="1" hangingPunct="1">
              <a:spcBef>
                <a:spcPct val="0"/>
              </a:spcBef>
              <a:buFont typeface="Calibri" panose="020F0502020204030204" pitchFamily="34" charset="0"/>
              <a:buAutoNum type="alphaUcPeriod"/>
            </a:pPr>
            <a:r>
              <a:rPr lang="en-US" altLang="en-US" smtClean="0">
                <a:ea typeface="ヒラギノ角ゴ Pro W3" charset="-128"/>
              </a:rPr>
              <a:t>Network sniffing can be accomplished with a software application, hardware device, or a combination of the two.</a:t>
            </a:r>
          </a:p>
          <a:p>
            <a:pPr marL="663575" lvl="1" indent="-220663" eaLnBrk="1" hangingPunct="1">
              <a:spcBef>
                <a:spcPct val="0"/>
              </a:spcBef>
              <a:buFont typeface="Calibri" panose="020F0502020204030204" pitchFamily="34" charset="0"/>
              <a:buAutoNum type="alphaUcPeriod"/>
            </a:pPr>
            <a:r>
              <a:rPr lang="en-US" altLang="en-US" smtClean="0">
                <a:ea typeface="ヒラギノ角ゴ Pro W3" charset="-128"/>
              </a:rPr>
              <a:t>Sniffing can be used to view all network traffic or it can target a specific protocol, service, or even string of characters such as a login or password.</a:t>
            </a:r>
          </a:p>
          <a:p>
            <a:pPr marL="663575" lvl="1" indent="-220663" eaLnBrk="1" hangingPunct="1">
              <a:spcBef>
                <a:spcPct val="0"/>
              </a:spcBef>
              <a:buFont typeface="Calibri" panose="020F0502020204030204" pitchFamily="34" charset="0"/>
              <a:buAutoNum type="alphaUcPeriod"/>
            </a:pPr>
            <a:r>
              <a:rPr lang="en-US" altLang="en-US" smtClean="0">
                <a:ea typeface="ヒラギノ角ゴ Pro W3" charset="-128"/>
              </a:rPr>
              <a:t>Some network sniffers are designed not just to observe all traffic but to modify some or all of the traffic as well.</a:t>
            </a:r>
          </a:p>
          <a:p>
            <a:pPr marL="663575" lvl="1" indent="-220663" eaLnBrk="1" hangingPunct="1">
              <a:spcBef>
                <a:spcPct val="0"/>
              </a:spcBef>
              <a:buFont typeface="Calibri" panose="020F0502020204030204" pitchFamily="34" charset="0"/>
              <a:buAutoNum type="alphaUcPeriod"/>
            </a:pPr>
            <a:r>
              <a:rPr lang="en-US" altLang="en-US" smtClean="0">
                <a:ea typeface="ヒラギノ角ゴ Pro W3" charset="-128"/>
              </a:rPr>
              <a:t>Network administrators may also use sniffers to analyze network traffic, identify bandwidth issues, and troubleshoot other network issues.</a:t>
            </a:r>
          </a:p>
          <a:p>
            <a:pPr eaLnBrk="1" hangingPunct="1">
              <a:spcBef>
                <a:spcPct val="0"/>
              </a:spcBef>
            </a:pPr>
            <a:endParaRPr lang="en-US" altLang="en-US" smtClean="0"/>
          </a:p>
          <a:p>
            <a:pPr eaLnBrk="1" hangingPunct="1">
              <a:spcBef>
                <a:spcPct val="0"/>
              </a:spcBef>
            </a:pPr>
            <a:endParaRPr lang="en-US" altLang="en-US" smtClean="0">
              <a:latin typeface="Arial" panose="020B0604020202020204" pitchFamily="34" charset="0"/>
            </a:endParaRPr>
          </a:p>
        </p:txBody>
      </p:sp>
      <p:sp>
        <p:nvSpPr>
          <p:cNvPr id="8601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7F0BE0AB-905C-4B02-AA2A-B18795CC8D6C}" type="slidenum">
              <a:rPr lang="en-US" altLang="en-US" sz="1200">
                <a:solidFill>
                  <a:srgbClr val="000000"/>
                </a:solidFill>
                <a:latin typeface="Calibri" panose="020F0502020204030204" pitchFamily="34" charset="0"/>
              </a:rPr>
              <a:pPr eaLnBrk="1" hangingPunct="1"/>
              <a:t>12</a:t>
            </a:fld>
            <a:endParaRPr lang="en-US" altLang="en-US" sz="1200">
              <a:solidFill>
                <a:srgbClr val="000000"/>
              </a:solidFill>
              <a:latin typeface="Calibri" panose="020F0502020204030204" pitchFamily="34" charset="0"/>
            </a:endParaRPr>
          </a:p>
        </p:txBody>
      </p:sp>
    </p:spTree>
    <p:extLst>
      <p:ext uri="{BB962C8B-B14F-4D97-AF65-F5344CB8AC3E}">
        <p14:creationId xmlns:p14="http://schemas.microsoft.com/office/powerpoint/2010/main" val="5386909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smtClean="0"/>
              <a:t>This illustration depicts an internal attacker with the ability to observe all network traffic.</a:t>
            </a:r>
          </a:p>
          <a:p>
            <a:pPr eaLnBrk="1" hangingPunct="1">
              <a:spcBef>
                <a:spcPct val="0"/>
              </a:spcBef>
            </a:pPr>
            <a:endParaRPr lang="en-US" altLang="en-US" smtClean="0"/>
          </a:p>
          <a:p>
            <a:pPr eaLnBrk="1" hangingPunct="1">
              <a:spcBef>
                <a:spcPct val="0"/>
              </a:spcBef>
              <a:buFont typeface="Calibri" panose="020F0502020204030204" pitchFamily="34" charset="0"/>
              <a:buAutoNum type="arabicPeriod"/>
            </a:pPr>
            <a:r>
              <a:rPr lang="en-US" altLang="en-US" smtClean="0"/>
              <a:t>Fortunately, for network sniffers to be most effective, they need to be on the internal network, which generally means that the chances for outsiders to use them against you are extremely limited. </a:t>
            </a:r>
          </a:p>
          <a:p>
            <a:pPr eaLnBrk="1" hangingPunct="1">
              <a:spcBef>
                <a:spcPct val="0"/>
              </a:spcBef>
            </a:pPr>
            <a:r>
              <a:rPr lang="en-US" altLang="en-US" smtClean="0"/>
              <a:t>This is another reason that physical security is an important part of information security in today</a:t>
            </a:r>
            <a:r>
              <a:rPr lang="ja-JP" altLang="en-US" smtClean="0"/>
              <a:t>’</a:t>
            </a:r>
            <a:r>
              <a:rPr lang="en-US" altLang="ja-JP" smtClean="0"/>
              <a:t>s environment.</a:t>
            </a:r>
          </a:p>
          <a:p>
            <a:pPr eaLnBrk="1" hangingPunct="1">
              <a:spcBef>
                <a:spcPct val="0"/>
              </a:spcBef>
            </a:pPr>
            <a:endParaRPr lang="en-US" altLang="en-US" smtClean="0"/>
          </a:p>
        </p:txBody>
      </p:sp>
      <p:sp>
        <p:nvSpPr>
          <p:cNvPr id="8806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14788254-8657-410D-A632-70D50FF8C7D5}" type="slidenum">
              <a:rPr lang="en-US" altLang="en-US" sz="1200">
                <a:solidFill>
                  <a:srgbClr val="000000"/>
                </a:solidFill>
                <a:latin typeface="Calibri" panose="020F0502020204030204" pitchFamily="34" charset="0"/>
              </a:rPr>
              <a:pPr eaLnBrk="1" hangingPunct="1"/>
              <a:t>13</a:t>
            </a:fld>
            <a:endParaRPr lang="en-US" altLang="en-US" sz="1200">
              <a:solidFill>
                <a:srgbClr val="000000"/>
              </a:solidFill>
              <a:latin typeface="Calibri" panose="020F0502020204030204" pitchFamily="34" charset="0"/>
            </a:endParaRPr>
          </a:p>
        </p:txBody>
      </p:sp>
    </p:spTree>
    <p:extLst>
      <p:ext uri="{BB962C8B-B14F-4D97-AF65-F5344CB8AC3E}">
        <p14:creationId xmlns:p14="http://schemas.microsoft.com/office/powerpoint/2010/main" val="26017616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11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b="1" smtClean="0">
                <a:latin typeface="Arial" panose="020B0604020202020204" pitchFamily="34" charset="0"/>
                <a:ea typeface="ヒラギノ角ゴ Pro W3" charset="-128"/>
              </a:rPr>
              <a:t>Security + Objective 2.1d spoofing</a:t>
            </a:r>
          </a:p>
          <a:p>
            <a:pPr eaLnBrk="1" hangingPunct="1">
              <a:spcBef>
                <a:spcPct val="0"/>
              </a:spcBef>
              <a:buFont typeface="Calibri" panose="020F0502020204030204" pitchFamily="34" charset="0"/>
              <a:buAutoNum type="arabicPeriod"/>
            </a:pPr>
            <a:endParaRPr lang="en-US" altLang="en-US" smtClean="0">
              <a:latin typeface="Arial" panose="020B0604020202020204" pitchFamily="34" charset="0"/>
              <a:ea typeface="ヒラギノ角ゴ Pro W3" charset="-128"/>
            </a:endParaRPr>
          </a:p>
          <a:p>
            <a:pPr eaLnBrk="1" hangingPunct="1">
              <a:spcBef>
                <a:spcPct val="0"/>
              </a:spcBef>
              <a:buFont typeface="Calibri" panose="020F0502020204030204" pitchFamily="34" charset="0"/>
              <a:buAutoNum type="arabicPeriod"/>
            </a:pPr>
            <a:r>
              <a:rPr lang="en-US" altLang="en-US" smtClean="0">
                <a:latin typeface="Arial" panose="020B0604020202020204" pitchFamily="34" charset="0"/>
                <a:ea typeface="ヒラギノ角ゴ Pro W3" charset="-128"/>
              </a:rPr>
              <a:t>When data appears be coming from a different source than it actually is, the data source is being spoofed.  An attacker</a:t>
            </a:r>
            <a:r>
              <a:rPr lang="ja-JP" altLang="en-US" smtClean="0">
                <a:latin typeface="Arial" panose="020B0604020202020204" pitchFamily="34" charset="0"/>
                <a:ea typeface="ヒラギノ角ゴ Pro W3" charset="-128"/>
              </a:rPr>
              <a:t>’</a:t>
            </a:r>
            <a:r>
              <a:rPr lang="en-US" altLang="ja-JP" smtClean="0">
                <a:latin typeface="Arial" panose="020B0604020202020204" pitchFamily="34" charset="0"/>
                <a:ea typeface="ヒラギノ角ゴ Pro W3" charset="-128"/>
              </a:rPr>
              <a:t>s goal in spoofing may be to manipulate return packets in the case of ping sweeps, provide anonymity for e-mails, or perform some other action without the target systems .</a:t>
            </a:r>
          </a:p>
          <a:p>
            <a:pPr marL="663575" lvl="1" indent="-220663" eaLnBrk="1" hangingPunct="1">
              <a:spcBef>
                <a:spcPct val="0"/>
              </a:spcBef>
              <a:buFont typeface="Calibri" panose="020F0502020204030204" pitchFamily="34" charset="0"/>
              <a:buAutoNum type="alphaUcPeriod"/>
            </a:pPr>
            <a:r>
              <a:rPr lang="en-US" altLang="en-US" smtClean="0">
                <a:latin typeface="Arial" panose="020B0604020202020204" pitchFamily="34" charset="0"/>
                <a:ea typeface="ヒラギノ角ゴ Pro W3" charset="-128"/>
              </a:rPr>
              <a:t>Spoofing is accomplished by altering a packet</a:t>
            </a:r>
            <a:r>
              <a:rPr lang="ja-JP" altLang="en-US" smtClean="0">
                <a:latin typeface="Arial" panose="020B0604020202020204" pitchFamily="34" charset="0"/>
                <a:ea typeface="ヒラギノ角ゴ Pro W3" charset="-128"/>
              </a:rPr>
              <a:t>’</a:t>
            </a:r>
            <a:r>
              <a:rPr lang="en-US" altLang="ja-JP" smtClean="0">
                <a:latin typeface="Arial" panose="020B0604020202020204" pitchFamily="34" charset="0"/>
                <a:ea typeface="ヒラギノ角ゴ Pro W3" charset="-128"/>
              </a:rPr>
              <a:t>s header information  to deceive the receiver as to the true origin of the packet.  When a packet is sent from one system to another, it includes not only the destination IP address and port but the source IP address as well.  Systems should fill in the their own address as the source, but attackers can manipulate the system into filling in another system</a:t>
            </a:r>
            <a:r>
              <a:rPr lang="ja-JP" altLang="en-US" smtClean="0">
                <a:latin typeface="Arial" panose="020B0604020202020204" pitchFamily="34" charset="0"/>
                <a:ea typeface="ヒラギノ角ゴ Pro W3" charset="-128"/>
              </a:rPr>
              <a:t>’</a:t>
            </a:r>
            <a:r>
              <a:rPr lang="en-US" altLang="ja-JP" smtClean="0">
                <a:latin typeface="Arial" panose="020B0604020202020204" pitchFamily="34" charset="0"/>
                <a:ea typeface="ヒラギノ角ゴ Pro W3" charset="-128"/>
              </a:rPr>
              <a:t>s address.</a:t>
            </a:r>
          </a:p>
          <a:p>
            <a:pPr eaLnBrk="1" hangingPunct="1">
              <a:spcBef>
                <a:spcPct val="0"/>
              </a:spcBef>
            </a:pPr>
            <a:endParaRPr lang="en-US" altLang="en-US" smtClean="0">
              <a:latin typeface="Arial" panose="020B0604020202020204" pitchFamily="34" charset="0"/>
              <a:ea typeface="ヒラギノ角ゴ Pro W3" charset="-128"/>
            </a:endParaRPr>
          </a:p>
          <a:p>
            <a:pPr eaLnBrk="1" hangingPunct="1">
              <a:spcBef>
                <a:spcPct val="0"/>
              </a:spcBef>
              <a:buFont typeface="Calibri" panose="020F0502020204030204" pitchFamily="34" charset="0"/>
              <a:buAutoNum type="arabicPeriod"/>
            </a:pPr>
            <a:r>
              <a:rPr lang="en-US" altLang="en-US" smtClean="0">
                <a:latin typeface="Arial" panose="020B0604020202020204" pitchFamily="34" charset="0"/>
                <a:ea typeface="ヒラギノ角ゴ Pro W3" charset="-128"/>
              </a:rPr>
              <a:t>Spoofing E-Mail</a:t>
            </a:r>
          </a:p>
          <a:p>
            <a:pPr marL="663575" lvl="1" indent="-220663" eaLnBrk="1" hangingPunct="1">
              <a:spcBef>
                <a:spcPct val="0"/>
              </a:spcBef>
              <a:buFont typeface="Calibri" panose="020F0502020204030204" pitchFamily="34" charset="0"/>
              <a:buAutoNum type="alphaUcPeriod"/>
            </a:pPr>
            <a:r>
              <a:rPr lang="en-US" altLang="en-US" smtClean="0">
                <a:latin typeface="Arial" panose="020B0604020202020204" pitchFamily="34" charset="0"/>
                <a:ea typeface="ヒラギノ角ゴ Pro W3" charset="-128"/>
              </a:rPr>
              <a:t>In e-mail spoofing, a message is sent with a from address that differs from that of the sending system. This can be easily accomplished in several different ways using several programs.</a:t>
            </a:r>
          </a:p>
          <a:p>
            <a:pPr marL="663575" lvl="1" indent="-220663" eaLnBrk="1" hangingPunct="1">
              <a:spcBef>
                <a:spcPct val="0"/>
              </a:spcBef>
              <a:buFont typeface="Calibri" panose="020F0502020204030204" pitchFamily="34" charset="0"/>
              <a:buAutoNum type="alphaUcPeriod"/>
            </a:pPr>
            <a:r>
              <a:rPr lang="en-US" altLang="en-US" smtClean="0">
                <a:latin typeface="Arial" panose="020B0604020202020204" pitchFamily="34" charset="0"/>
                <a:ea typeface="ヒラギノ角ゴ Pro W3" charset="-128"/>
              </a:rPr>
              <a:t>Recipients can use several methods to determine whether an e-mail message was sent by the source it claims to have been sent from, but most users do not question their e-mail and will accept as authentic where it appears to have originated.</a:t>
            </a:r>
          </a:p>
          <a:p>
            <a:pPr eaLnBrk="1" hangingPunct="1">
              <a:spcBef>
                <a:spcPct val="0"/>
              </a:spcBef>
            </a:pPr>
            <a:endParaRPr lang="en-US" altLang="en-US" b="1" smtClean="0">
              <a:latin typeface="Arial" panose="020B0604020202020204" pitchFamily="34" charset="0"/>
              <a:ea typeface="ヒラギノ角ゴ Pro W3" charset="-128"/>
            </a:endParaRPr>
          </a:p>
          <a:p>
            <a:pPr eaLnBrk="1" hangingPunct="1">
              <a:spcBef>
                <a:spcPct val="0"/>
              </a:spcBef>
            </a:pPr>
            <a:endParaRPr lang="en-US" altLang="en-US" smtClean="0">
              <a:latin typeface="Arial" panose="020B0604020202020204" pitchFamily="34" charset="0"/>
              <a:ea typeface="ヒラギノ角ゴ Pro W3" charset="-128"/>
            </a:endParaRPr>
          </a:p>
          <a:p>
            <a:pPr eaLnBrk="1" hangingPunct="1">
              <a:spcBef>
                <a:spcPct val="0"/>
              </a:spcBef>
            </a:pPr>
            <a:endParaRPr lang="en-US" altLang="en-US" smtClean="0">
              <a:latin typeface="Arial" panose="020B0604020202020204" pitchFamily="34" charset="0"/>
              <a:ea typeface="ヒラギノ角ゴ Pro W3" charset="-128"/>
            </a:endParaRPr>
          </a:p>
        </p:txBody>
      </p:sp>
      <p:sp>
        <p:nvSpPr>
          <p:cNvPr id="9011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5444A97E-24F0-427D-B00A-81503808656F}" type="slidenum">
              <a:rPr lang="en-US" altLang="en-US" sz="1200">
                <a:solidFill>
                  <a:srgbClr val="000000"/>
                </a:solidFill>
                <a:latin typeface="Calibri" panose="020F0502020204030204" pitchFamily="34" charset="0"/>
              </a:rPr>
              <a:pPr eaLnBrk="1" hangingPunct="1"/>
              <a:t>14</a:t>
            </a:fld>
            <a:endParaRPr lang="en-US" altLang="en-US" sz="1200">
              <a:solidFill>
                <a:srgbClr val="000000"/>
              </a:solidFill>
              <a:latin typeface="Calibri" panose="020F0502020204030204" pitchFamily="34" charset="0"/>
            </a:endParaRPr>
          </a:p>
        </p:txBody>
      </p:sp>
    </p:spTree>
    <p:extLst>
      <p:ext uri="{BB962C8B-B14F-4D97-AF65-F5344CB8AC3E}">
        <p14:creationId xmlns:p14="http://schemas.microsoft.com/office/powerpoint/2010/main" val="1727270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3186"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b="1" smtClean="0">
                <a:latin typeface="Arial" panose="020B0604020202020204" pitchFamily="34" charset="0"/>
                <a:ea typeface="ヒラギノ角ゴ Pro W3" charset="-128"/>
              </a:rPr>
              <a:t>Security + Objective 2.1d spoofing</a:t>
            </a:r>
          </a:p>
          <a:p>
            <a:pPr eaLnBrk="1" hangingPunct="1">
              <a:spcBef>
                <a:spcPct val="0"/>
              </a:spcBef>
            </a:pPr>
            <a:endParaRPr lang="en-US" altLang="en-US" b="1" smtClean="0">
              <a:latin typeface="Arial" panose="020B0604020202020204" pitchFamily="34" charset="0"/>
              <a:ea typeface="ヒラギノ角ゴ Pro W3" charset="-128"/>
            </a:endParaRPr>
          </a:p>
          <a:p>
            <a:pPr eaLnBrk="1" hangingPunct="1">
              <a:spcBef>
                <a:spcPct val="0"/>
              </a:spcBef>
            </a:pPr>
            <a:r>
              <a:rPr lang="en-US" altLang="en-US" smtClean="0">
                <a:latin typeface="Arial" panose="020B0604020202020204" pitchFamily="34" charset="0"/>
                <a:ea typeface="ヒラギノ角ゴ Pro W3" charset="-128"/>
              </a:rPr>
              <a:t>In a specific DoS attack known as a smurf attack, the attacker sends a spoofed packet to the broadcast address for a network, which distributes the packet to all systems on that network. In the smurf attack, the packet sent by the attacker to the broadcast address is an echo request with the From address forged so that it appears that another system (the target system) has made the echo request. </a:t>
            </a:r>
          </a:p>
          <a:p>
            <a:pPr eaLnBrk="1" hangingPunct="1">
              <a:spcBef>
                <a:spcPct val="0"/>
              </a:spcBef>
            </a:pPr>
            <a:r>
              <a:rPr lang="en-US" altLang="en-US" smtClean="0">
                <a:latin typeface="Arial" panose="020B0604020202020204" pitchFamily="34" charset="0"/>
                <a:ea typeface="ヒラギノ角ゴ Pro W3" charset="-128"/>
              </a:rPr>
              <a:t>The normal response of a system to an echo request is an echo reply, and it is used in the ping utility to let a user know whether a remote system is reachable and is responding. </a:t>
            </a:r>
          </a:p>
          <a:p>
            <a:pPr eaLnBrk="1" hangingPunct="1">
              <a:spcBef>
                <a:spcPct val="0"/>
              </a:spcBef>
            </a:pPr>
            <a:endParaRPr lang="en-US" altLang="en-US" smtClean="0">
              <a:latin typeface="Arial" panose="020B0604020202020204" pitchFamily="34" charset="0"/>
              <a:ea typeface="ヒラギノ角ゴ Pro W3" charset="-128"/>
            </a:endParaRPr>
          </a:p>
          <a:p>
            <a:pPr eaLnBrk="1" hangingPunct="1">
              <a:spcBef>
                <a:spcPct val="0"/>
              </a:spcBef>
            </a:pPr>
            <a:r>
              <a:rPr lang="en-US" altLang="en-US" smtClean="0">
                <a:latin typeface="Arial" panose="020B0604020202020204" pitchFamily="34" charset="0"/>
                <a:ea typeface="ヒラギノ角ゴ Pro W3" charset="-128"/>
              </a:rPr>
              <a:t>In this illustration, the attacker has sent one packet and has been able to generate as many as 254 responses aimed at the target. </a:t>
            </a:r>
          </a:p>
          <a:p>
            <a:pPr eaLnBrk="1" hangingPunct="1">
              <a:spcBef>
                <a:spcPct val="0"/>
              </a:spcBef>
            </a:pPr>
            <a:r>
              <a:rPr lang="en-US" altLang="en-US" smtClean="0">
                <a:latin typeface="Arial" panose="020B0604020202020204" pitchFamily="34" charset="0"/>
                <a:ea typeface="ヒラギノ角ゴ Pro W3" charset="-128"/>
              </a:rPr>
              <a:t>Should the attacker send several of these spoofed requests, or send them to several different networks, the target can quickly become overwhelmed with the volume of echo replies it receives.</a:t>
            </a:r>
          </a:p>
        </p:txBody>
      </p:sp>
      <p:sp>
        <p:nvSpPr>
          <p:cNvPr id="9318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A2A7A864-FC9E-4C5D-99B3-BF19BD6D0989}" type="slidenum">
              <a:rPr lang="en-US" altLang="en-US" sz="1200">
                <a:solidFill>
                  <a:srgbClr val="000000"/>
                </a:solidFill>
                <a:latin typeface="Calibri" panose="020F0502020204030204" pitchFamily="34" charset="0"/>
              </a:rPr>
              <a:pPr eaLnBrk="1" hangingPunct="1"/>
              <a:t>16</a:t>
            </a:fld>
            <a:endParaRPr lang="en-US" altLang="en-US" sz="1200">
              <a:solidFill>
                <a:srgbClr val="000000"/>
              </a:solidFill>
              <a:latin typeface="Calibri" panose="020F0502020204030204" pitchFamily="34" charset="0"/>
            </a:endParaRPr>
          </a:p>
        </p:txBody>
      </p:sp>
    </p:spTree>
    <p:extLst>
      <p:ext uri="{BB962C8B-B14F-4D97-AF65-F5344CB8AC3E}">
        <p14:creationId xmlns:p14="http://schemas.microsoft.com/office/powerpoint/2010/main" val="28017162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625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b="1" smtClean="0">
                <a:latin typeface="Arial" panose="020B0604020202020204" pitchFamily="34" charset="0"/>
                <a:ea typeface="ヒラギノ角ゴ Pro W3" charset="-128"/>
              </a:rPr>
              <a:t>Security + Objective 2.1d spoofing</a:t>
            </a:r>
          </a:p>
          <a:p>
            <a:pPr eaLnBrk="1" hangingPunct="1">
              <a:spcBef>
                <a:spcPct val="0"/>
              </a:spcBef>
            </a:pPr>
            <a:endParaRPr lang="en-US" altLang="en-US" b="1" smtClean="0">
              <a:latin typeface="Arial" panose="020B0604020202020204" pitchFamily="34" charset="0"/>
              <a:ea typeface="ヒラギノ角ゴ Pro W3" charset="-128"/>
            </a:endParaRPr>
          </a:p>
          <a:p>
            <a:pPr eaLnBrk="1" hangingPunct="1">
              <a:spcBef>
                <a:spcPct val="0"/>
              </a:spcBef>
            </a:pPr>
            <a:r>
              <a:rPr lang="en-US" altLang="en-US" smtClean="0">
                <a:latin typeface="Arial" panose="020B0604020202020204" pitchFamily="34" charset="0"/>
                <a:ea typeface="ヒラギノ角ゴ Pro W3" charset="-128"/>
              </a:rPr>
              <a:t>Spoofing can also take advantage of a trusted relationship between two systems. </a:t>
            </a:r>
          </a:p>
          <a:p>
            <a:pPr eaLnBrk="1" hangingPunct="1">
              <a:spcBef>
                <a:spcPct val="0"/>
              </a:spcBef>
            </a:pPr>
            <a:r>
              <a:rPr lang="en-US" altLang="en-US" smtClean="0">
                <a:latin typeface="Arial" panose="020B0604020202020204" pitchFamily="34" charset="0"/>
                <a:ea typeface="ヒラギノ角ゴ Pro W3" charset="-128"/>
              </a:rPr>
              <a:t>If two systems are configured to accept the authentication accomplished by each other, an individual logged onto one system might not be forced to go through an authentication process again to access the other system. </a:t>
            </a:r>
          </a:p>
          <a:p>
            <a:pPr eaLnBrk="1" hangingPunct="1">
              <a:spcBef>
                <a:spcPct val="0"/>
              </a:spcBef>
            </a:pPr>
            <a:r>
              <a:rPr lang="en-US" altLang="en-US" smtClean="0">
                <a:latin typeface="Arial" panose="020B0604020202020204" pitchFamily="34" charset="0"/>
                <a:ea typeface="ヒラギノ角ゴ Pro W3" charset="-128"/>
              </a:rPr>
              <a:t>An attacker can take advantage of this arrangement by sending a packet to one system that appears to have come from a trusted system. </a:t>
            </a:r>
          </a:p>
          <a:p>
            <a:pPr eaLnBrk="1" hangingPunct="1">
              <a:spcBef>
                <a:spcPct val="0"/>
              </a:spcBef>
            </a:pPr>
            <a:r>
              <a:rPr lang="en-US" altLang="en-US" smtClean="0">
                <a:latin typeface="Arial" panose="020B0604020202020204" pitchFamily="34" charset="0"/>
                <a:ea typeface="ヒラギノ角ゴ Pro W3" charset="-128"/>
              </a:rPr>
              <a:t>Since the trusted relationship is in place, the targeted system may perform the requested task without authentication.</a:t>
            </a:r>
          </a:p>
          <a:p>
            <a:pPr eaLnBrk="1" hangingPunct="1">
              <a:spcBef>
                <a:spcPct val="0"/>
              </a:spcBef>
            </a:pPr>
            <a:endParaRPr lang="en-US" altLang="en-US" smtClean="0">
              <a:latin typeface="Arial" panose="020B0604020202020204" pitchFamily="34" charset="0"/>
              <a:ea typeface="ヒラギノ角ゴ Pro W3" charset="-128"/>
            </a:endParaRPr>
          </a:p>
          <a:p>
            <a:pPr eaLnBrk="1" hangingPunct="1">
              <a:spcBef>
                <a:spcPct val="0"/>
              </a:spcBef>
            </a:pPr>
            <a:r>
              <a:rPr lang="en-US" altLang="en-US" smtClean="0">
                <a:latin typeface="Arial" panose="020B0604020202020204" pitchFamily="34" charset="0"/>
                <a:ea typeface="ヒラギノ角ゴ Pro W3" charset="-128"/>
              </a:rPr>
              <a:t>Since a reply will often be sent once a packet is received, the system that is being impersonated could interfere with the attack, since it would receive an acknowledgement for a request it never made. </a:t>
            </a:r>
          </a:p>
          <a:p>
            <a:pPr eaLnBrk="1" hangingPunct="1">
              <a:spcBef>
                <a:spcPct val="0"/>
              </a:spcBef>
            </a:pPr>
            <a:r>
              <a:rPr lang="en-US" altLang="en-US" smtClean="0">
                <a:latin typeface="Arial" panose="020B0604020202020204" pitchFamily="34" charset="0"/>
                <a:ea typeface="ヒラギノ角ゴ Pro W3" charset="-128"/>
              </a:rPr>
              <a:t>The attacker will often initially launch a DoS attack (such as a SYN flooding attack) to temporarily take out the spoofed system for the period of time that the attacker is exploiting the trusted relationship. </a:t>
            </a:r>
          </a:p>
          <a:p>
            <a:pPr eaLnBrk="1" hangingPunct="1">
              <a:spcBef>
                <a:spcPct val="0"/>
              </a:spcBef>
            </a:pPr>
            <a:r>
              <a:rPr lang="en-US" altLang="en-US" smtClean="0">
                <a:latin typeface="Arial" panose="020B0604020202020204" pitchFamily="34" charset="0"/>
                <a:ea typeface="ヒラギノ角ゴ Pro W3" charset="-128"/>
              </a:rPr>
              <a:t>Once the attack is completed, the DoS attack on the spoofed system would be terminated, and the system administrators, apart from having a temporarily nonresponsive system, might never notice that the attack occurred. </a:t>
            </a:r>
          </a:p>
          <a:p>
            <a:pPr eaLnBrk="1" hangingPunct="1">
              <a:spcBef>
                <a:spcPct val="0"/>
              </a:spcBef>
            </a:pPr>
            <a:r>
              <a:rPr lang="en-US" altLang="en-US" smtClean="0">
                <a:latin typeface="Arial" panose="020B0604020202020204" pitchFamily="34" charset="0"/>
                <a:ea typeface="ヒラギノ角ゴ Pro W3" charset="-128"/>
              </a:rPr>
              <a:t>The figure in this slide illustrates a spoofing attack that includes a SYN flooding attack.</a:t>
            </a:r>
          </a:p>
          <a:p>
            <a:pPr eaLnBrk="1" hangingPunct="1">
              <a:spcBef>
                <a:spcPct val="0"/>
              </a:spcBef>
            </a:pPr>
            <a:endParaRPr lang="en-US" altLang="en-US" smtClean="0">
              <a:latin typeface="Arial" panose="020B0604020202020204" pitchFamily="34" charset="0"/>
              <a:ea typeface="ヒラギノ角ゴ Pro W3" charset="-128"/>
            </a:endParaRPr>
          </a:p>
          <a:p>
            <a:pPr eaLnBrk="1" hangingPunct="1">
              <a:spcBef>
                <a:spcPct val="0"/>
              </a:spcBef>
            </a:pPr>
            <a:r>
              <a:rPr lang="en-US" altLang="en-US" smtClean="0">
                <a:latin typeface="Arial" panose="020B0604020202020204" pitchFamily="34" charset="0"/>
                <a:ea typeface="ヒラギノ角ゴ Pro W3" charset="-128"/>
              </a:rPr>
              <a:t>Because of this type of attack, administrators are encouraged to strictly limit any trusted relationships between hosts. </a:t>
            </a:r>
          </a:p>
          <a:p>
            <a:pPr eaLnBrk="1" hangingPunct="1">
              <a:spcBef>
                <a:spcPct val="0"/>
              </a:spcBef>
            </a:pPr>
            <a:r>
              <a:rPr lang="en-US" altLang="en-US" smtClean="0">
                <a:latin typeface="Arial" panose="020B0604020202020204" pitchFamily="34" charset="0"/>
                <a:ea typeface="ヒラギノ角ゴ Pro W3" charset="-128"/>
              </a:rPr>
              <a:t>Firewalls should also be configured to discard any packets from outside of the firewall that have From addresses indicating they originated from inside the network (a situation that should not occur normally and that indicates spoofing is being attempted).</a:t>
            </a:r>
          </a:p>
          <a:p>
            <a:pPr eaLnBrk="1" hangingPunct="1">
              <a:spcBef>
                <a:spcPct val="0"/>
              </a:spcBef>
            </a:pPr>
            <a:endParaRPr lang="en-US" altLang="en-US" b="1" smtClean="0">
              <a:latin typeface="Arial" panose="020B0604020202020204" pitchFamily="34" charset="0"/>
              <a:ea typeface="ヒラギノ角ゴ Pro W3" charset="-128"/>
            </a:endParaRPr>
          </a:p>
          <a:p>
            <a:pPr eaLnBrk="1" hangingPunct="1">
              <a:spcBef>
                <a:spcPct val="0"/>
              </a:spcBef>
            </a:pPr>
            <a:endParaRPr lang="en-US" altLang="en-US" b="1" smtClean="0">
              <a:latin typeface="Arial" panose="020B0604020202020204" pitchFamily="34" charset="0"/>
              <a:ea typeface="ヒラギノ角ゴ Pro W3" charset="-128"/>
            </a:endParaRPr>
          </a:p>
        </p:txBody>
      </p:sp>
      <p:sp>
        <p:nvSpPr>
          <p:cNvPr id="9625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3E1509E8-437E-4564-8D3D-4EDE0C9DEB11}" type="slidenum">
              <a:rPr lang="en-US" altLang="en-US" sz="1200">
                <a:solidFill>
                  <a:srgbClr val="000000"/>
                </a:solidFill>
                <a:latin typeface="Calibri" panose="020F0502020204030204" pitchFamily="34" charset="0"/>
              </a:rPr>
              <a:pPr eaLnBrk="1" hangingPunct="1"/>
              <a:t>18</a:t>
            </a:fld>
            <a:endParaRPr lang="en-US" altLang="en-US" sz="1200">
              <a:solidFill>
                <a:srgbClr val="000000"/>
              </a:solidFill>
              <a:latin typeface="Calibri" panose="020F0502020204030204" pitchFamily="34" charset="0"/>
            </a:endParaRPr>
          </a:p>
        </p:txBody>
      </p:sp>
    </p:spTree>
    <p:extLst>
      <p:ext uri="{BB962C8B-B14F-4D97-AF65-F5344CB8AC3E}">
        <p14:creationId xmlns:p14="http://schemas.microsoft.com/office/powerpoint/2010/main" val="39780262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p:cNvSpPr>
            <a:spLocks noGrp="1"/>
          </p:cNvSpPr>
          <p:nvPr>
            <p:ph type="body" idx="1"/>
          </p:nvPr>
        </p:nvSpPr>
        <p:spPr>
          <a:ln/>
        </p:spPr>
        <p:txBody>
          <a:bodyPr/>
          <a:lstStyle/>
          <a:p>
            <a:pPr eaLnBrk="1" fontAlgn="auto" hangingPunct="1">
              <a:spcBef>
                <a:spcPts val="0"/>
              </a:spcBef>
              <a:spcAft>
                <a:spcPts val="0"/>
              </a:spcAft>
              <a:defRPr/>
            </a:pPr>
            <a:r>
              <a:rPr lang="en-US" b="1" dirty="0" smtClean="0">
                <a:ea typeface="+mn-ea"/>
              </a:rPr>
              <a:t>Security + Objective 2.1e Man in the middle attacks</a:t>
            </a:r>
          </a:p>
          <a:p>
            <a:pPr eaLnBrk="1" fontAlgn="auto" hangingPunct="1">
              <a:spcBef>
                <a:spcPts val="0"/>
              </a:spcBef>
              <a:spcAft>
                <a:spcPts val="0"/>
              </a:spcAft>
              <a:defRPr/>
            </a:pPr>
            <a:endParaRPr lang="en-US" dirty="0" smtClean="0">
              <a:ea typeface="+mn-ea"/>
            </a:endParaRPr>
          </a:p>
          <a:p>
            <a:pPr marL="221559" indent="-221559" eaLnBrk="1" fontAlgn="auto" hangingPunct="1">
              <a:spcBef>
                <a:spcPts val="0"/>
              </a:spcBef>
              <a:spcAft>
                <a:spcPts val="0"/>
              </a:spcAft>
              <a:buFont typeface="+mj-lt"/>
              <a:buAutoNum type="arabicPeriod"/>
              <a:defRPr/>
            </a:pPr>
            <a:r>
              <a:rPr lang="en-US" dirty="0" smtClean="0">
                <a:ea typeface="+mn-ea"/>
              </a:rPr>
              <a:t>When an attacker successfully inserts themselves between two other hosts communications by spoofing addresses, it is referred to as a man-in-the-middle attack.</a:t>
            </a:r>
          </a:p>
          <a:p>
            <a:pPr marL="664677" lvl="1" indent="-221559" eaLnBrk="1" fontAlgn="auto" hangingPunct="1">
              <a:spcBef>
                <a:spcPts val="0"/>
              </a:spcBef>
              <a:spcAft>
                <a:spcPts val="0"/>
              </a:spcAft>
              <a:buFont typeface="Arial"/>
              <a:buChar char="•"/>
              <a:defRPr/>
            </a:pPr>
            <a:r>
              <a:rPr lang="en-US" dirty="0" smtClean="0">
                <a:ea typeface="+mn-ea"/>
                <a:cs typeface="ヒラギノ角ゴ Pro W3" pitchFamily="-111" charset="-128"/>
              </a:rPr>
              <a:t>A man-in-the-middle attack is usually accomplished by manipulating a router to alter the path of the traffic.</a:t>
            </a:r>
          </a:p>
          <a:p>
            <a:pPr marL="664677" lvl="1" indent="-221559" eaLnBrk="1" fontAlgn="auto" hangingPunct="1">
              <a:spcBef>
                <a:spcPts val="0"/>
              </a:spcBef>
              <a:spcAft>
                <a:spcPts val="0"/>
              </a:spcAft>
              <a:buFont typeface="Arial"/>
              <a:buChar char="•"/>
              <a:defRPr/>
            </a:pPr>
            <a:r>
              <a:rPr lang="en-US" dirty="0" smtClean="0">
                <a:ea typeface="+mn-ea"/>
                <a:cs typeface="ヒラギノ角ゴ Pro W3" pitchFamily="-111" charset="-128"/>
              </a:rPr>
              <a:t>The traffic is sent to the attacker rather than the intended target and then relayed on to the target host.</a:t>
            </a:r>
          </a:p>
          <a:p>
            <a:pPr marL="221559" indent="-221559" eaLnBrk="1" fontAlgn="auto" hangingPunct="1">
              <a:spcBef>
                <a:spcPts val="0"/>
              </a:spcBef>
              <a:spcAft>
                <a:spcPts val="0"/>
              </a:spcAft>
              <a:buFont typeface="+mj-lt"/>
              <a:buAutoNum type="arabicPeriod"/>
              <a:defRPr/>
            </a:pPr>
            <a:endParaRPr lang="en-US" dirty="0" smtClean="0">
              <a:ea typeface="+mn-ea"/>
            </a:endParaRPr>
          </a:p>
          <a:p>
            <a:pPr marL="221559" indent="-221559" eaLnBrk="1" fontAlgn="auto" hangingPunct="1">
              <a:spcBef>
                <a:spcPts val="0"/>
              </a:spcBef>
              <a:spcAft>
                <a:spcPts val="0"/>
              </a:spcAft>
              <a:buFont typeface="+mj-lt"/>
              <a:buAutoNum type="arabicPeriod"/>
              <a:defRPr/>
            </a:pPr>
            <a:r>
              <a:rPr lang="en-US" dirty="0" smtClean="0">
                <a:ea typeface="+mn-ea"/>
              </a:rPr>
              <a:t>Benefits:</a:t>
            </a:r>
          </a:p>
          <a:p>
            <a:pPr marL="664677" lvl="1" indent="-221559" eaLnBrk="1" fontAlgn="auto" hangingPunct="1">
              <a:spcBef>
                <a:spcPts val="0"/>
              </a:spcBef>
              <a:spcAft>
                <a:spcPts val="0"/>
              </a:spcAft>
              <a:buFont typeface="Arial"/>
              <a:buChar char="•"/>
              <a:defRPr/>
            </a:pPr>
            <a:r>
              <a:rPr lang="en-US" dirty="0" smtClean="0">
                <a:ea typeface="+mn-ea"/>
                <a:cs typeface="ヒラギノ角ゴ Pro W3" pitchFamily="-111" charset="-128"/>
              </a:rPr>
              <a:t>This enables the attacker to observe the traffic from each target host in route and may even allow the attacker to modify or block certain messages.</a:t>
            </a:r>
          </a:p>
          <a:p>
            <a:pPr marL="664677" lvl="1" indent="-221559" eaLnBrk="1" fontAlgn="auto" hangingPunct="1">
              <a:spcBef>
                <a:spcPts val="0"/>
              </a:spcBef>
              <a:spcAft>
                <a:spcPts val="0"/>
              </a:spcAft>
              <a:buFont typeface="Arial"/>
              <a:buChar char="•"/>
              <a:defRPr/>
            </a:pPr>
            <a:r>
              <a:rPr lang="en-US" dirty="0" smtClean="0">
                <a:ea typeface="+mn-ea"/>
                <a:cs typeface="ヒラギノ角ゴ Pro W3" pitchFamily="-111" charset="-128"/>
              </a:rPr>
              <a:t>Since all expected replies are received by the target hosts, it can appear to them that communications are occurring normally.</a:t>
            </a:r>
          </a:p>
          <a:p>
            <a:pPr marL="221559" indent="-221559" eaLnBrk="1" fontAlgn="auto" hangingPunct="1">
              <a:spcBef>
                <a:spcPts val="0"/>
              </a:spcBef>
              <a:spcAft>
                <a:spcPts val="0"/>
              </a:spcAft>
              <a:buFont typeface="+mj-lt"/>
              <a:buAutoNum type="arabicPeriod"/>
              <a:defRPr/>
            </a:pPr>
            <a:endParaRPr lang="en-US" dirty="0" smtClean="0">
              <a:ea typeface="+mn-ea"/>
            </a:endParaRPr>
          </a:p>
          <a:p>
            <a:pPr marL="221559" indent="-221559" eaLnBrk="1" fontAlgn="auto" hangingPunct="1">
              <a:spcBef>
                <a:spcPts val="0"/>
              </a:spcBef>
              <a:spcAft>
                <a:spcPts val="0"/>
              </a:spcAft>
              <a:buFont typeface="+mj-lt"/>
              <a:buAutoNum type="arabicPeriod"/>
              <a:defRPr/>
            </a:pPr>
            <a:r>
              <a:rPr lang="en-US" dirty="0" smtClean="0">
                <a:ea typeface="+mn-ea"/>
              </a:rPr>
              <a:t>Limit:</a:t>
            </a:r>
          </a:p>
          <a:p>
            <a:pPr marL="664677" lvl="1" indent="-221559" eaLnBrk="1" fontAlgn="auto" hangingPunct="1">
              <a:spcBef>
                <a:spcPts val="0"/>
              </a:spcBef>
              <a:spcAft>
                <a:spcPts val="0"/>
              </a:spcAft>
              <a:buFont typeface="Arial"/>
              <a:buChar char="•"/>
              <a:defRPr/>
            </a:pPr>
            <a:r>
              <a:rPr lang="en-US" dirty="0" smtClean="0">
                <a:ea typeface="+mn-ea"/>
                <a:cs typeface="ヒラギノ角ゴ Pro W3" pitchFamily="-111" charset="-128"/>
              </a:rPr>
              <a:t>If the data being intercepted from the target hosts is encrypted, the attacker may only be able to glean a limited amount of information.</a:t>
            </a:r>
          </a:p>
          <a:p>
            <a:pPr eaLnBrk="1" fontAlgn="auto" hangingPunct="1">
              <a:spcBef>
                <a:spcPts val="0"/>
              </a:spcBef>
              <a:spcAft>
                <a:spcPts val="0"/>
              </a:spcAft>
              <a:defRPr/>
            </a:pPr>
            <a:endParaRPr lang="en-US" b="1" dirty="0" smtClean="0">
              <a:ea typeface="+mn-ea"/>
            </a:endParaRPr>
          </a:p>
        </p:txBody>
      </p:sp>
      <p:sp>
        <p:nvSpPr>
          <p:cNvPr id="10342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FC254DCB-3BD5-426E-AAB7-C64207AB51AD}" type="slidenum">
              <a:rPr lang="en-US" altLang="en-US" sz="1200">
                <a:solidFill>
                  <a:srgbClr val="000000"/>
                </a:solidFill>
                <a:latin typeface="Calibri" panose="020F0502020204030204" pitchFamily="34" charset="0"/>
              </a:rPr>
              <a:pPr eaLnBrk="1" hangingPunct="1"/>
              <a:t>19</a:t>
            </a:fld>
            <a:endParaRPr lang="en-US" altLang="en-US" sz="1200">
              <a:solidFill>
                <a:srgbClr val="000000"/>
              </a:solidFill>
              <a:latin typeface="Calibri" panose="020F0502020204030204" pitchFamily="34" charset="0"/>
            </a:endParaRPr>
          </a:p>
        </p:txBody>
      </p:sp>
    </p:spTree>
    <p:extLst>
      <p:ext uri="{BB962C8B-B14F-4D97-AF65-F5344CB8AC3E}">
        <p14:creationId xmlns:p14="http://schemas.microsoft.com/office/powerpoint/2010/main" val="32123156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547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b="1" smtClean="0">
                <a:latin typeface="Arial" panose="020B0604020202020204" pitchFamily="34" charset="0"/>
                <a:ea typeface="ヒラギノ角ゴ Pro W3" charset="-128"/>
              </a:rPr>
              <a:t>Security + Objective 2.1e Man in the middle attacks</a:t>
            </a:r>
          </a:p>
          <a:p>
            <a:pPr eaLnBrk="1" hangingPunct="1">
              <a:spcBef>
                <a:spcPct val="0"/>
              </a:spcBef>
            </a:pPr>
            <a:endParaRPr lang="en-US" altLang="en-US" smtClean="0">
              <a:latin typeface="Arial" panose="020B0604020202020204" pitchFamily="34" charset="0"/>
              <a:ea typeface="ヒラギノ角ゴ Pro W3" charset="-128"/>
            </a:endParaRPr>
          </a:p>
          <a:p>
            <a:pPr eaLnBrk="1" hangingPunct="1">
              <a:spcBef>
                <a:spcPct val="0"/>
              </a:spcBef>
            </a:pPr>
            <a:r>
              <a:rPr lang="en-US" altLang="en-US" smtClean="0">
                <a:latin typeface="Arial" panose="020B0604020202020204" pitchFamily="34" charset="0"/>
                <a:ea typeface="ヒラギノ角ゴ Pro W3" charset="-128"/>
              </a:rPr>
              <a:t>This diagram illustrates a Man-in-the-Middle attack as described in the previous slide.</a:t>
            </a:r>
          </a:p>
          <a:p>
            <a:pPr eaLnBrk="1" hangingPunct="1">
              <a:spcBef>
                <a:spcPct val="0"/>
              </a:spcBef>
            </a:pPr>
            <a:endParaRPr lang="en-US" altLang="en-US" smtClean="0">
              <a:latin typeface="Arial" panose="020B0604020202020204" pitchFamily="34" charset="0"/>
              <a:ea typeface="ヒラギノ角ゴ Pro W3" charset="-128"/>
            </a:endParaRPr>
          </a:p>
          <a:p>
            <a:pPr eaLnBrk="1" hangingPunct="1">
              <a:spcBef>
                <a:spcPct val="0"/>
              </a:spcBef>
            </a:pPr>
            <a:endParaRPr lang="en-US" altLang="en-US" smtClean="0">
              <a:latin typeface="Arial" panose="020B0604020202020204" pitchFamily="34" charset="0"/>
              <a:ea typeface="ヒラギノ角ゴ Pro W3" charset="-128"/>
            </a:endParaRPr>
          </a:p>
          <a:p>
            <a:pPr eaLnBrk="1" hangingPunct="1">
              <a:spcBef>
                <a:spcPct val="0"/>
              </a:spcBef>
            </a:pPr>
            <a:endParaRPr lang="en-US" altLang="en-US" smtClean="0">
              <a:latin typeface="Arial" panose="020B0604020202020204" pitchFamily="34" charset="0"/>
              <a:ea typeface="ヒラギノ角ゴ Pro W3" charset="-128"/>
            </a:endParaRPr>
          </a:p>
        </p:txBody>
      </p:sp>
      <p:sp>
        <p:nvSpPr>
          <p:cNvPr id="10547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EADBE35B-18B0-4AE0-9D71-B466D80008BB}" type="slidenum">
              <a:rPr lang="en-US" altLang="en-US" sz="1200">
                <a:solidFill>
                  <a:srgbClr val="000000"/>
                </a:solidFill>
                <a:latin typeface="Calibri" panose="020F0502020204030204" pitchFamily="34" charset="0"/>
              </a:rPr>
              <a:pPr eaLnBrk="1" hangingPunct="1"/>
              <a:t>20</a:t>
            </a:fld>
            <a:endParaRPr lang="en-US" altLang="en-US" sz="1200">
              <a:solidFill>
                <a:srgbClr val="000000"/>
              </a:solidFill>
              <a:latin typeface="Calibri" panose="020F0502020204030204" pitchFamily="34" charset="0"/>
            </a:endParaRPr>
          </a:p>
        </p:txBody>
      </p:sp>
    </p:spTree>
    <p:extLst>
      <p:ext uri="{BB962C8B-B14F-4D97-AF65-F5344CB8AC3E}">
        <p14:creationId xmlns:p14="http://schemas.microsoft.com/office/powerpoint/2010/main" val="18623812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p:cNvSpPr>
            <a:spLocks noGrp="1"/>
          </p:cNvSpPr>
          <p:nvPr>
            <p:ph type="body" idx="1"/>
          </p:nvPr>
        </p:nvSpPr>
        <p:spPr>
          <a:ln/>
        </p:spPr>
        <p:txBody>
          <a:bodyPr/>
          <a:lstStyle/>
          <a:p>
            <a:pPr eaLnBrk="1" fontAlgn="auto" hangingPunct="1">
              <a:spcBef>
                <a:spcPts val="0"/>
              </a:spcBef>
              <a:spcAft>
                <a:spcPts val="0"/>
              </a:spcAft>
              <a:defRPr/>
            </a:pPr>
            <a:r>
              <a:rPr lang="en-US" b="1" dirty="0" smtClean="0">
                <a:ea typeface="+mn-ea"/>
              </a:rPr>
              <a:t>Security + Objective 2.1f replay attacks</a:t>
            </a:r>
          </a:p>
          <a:p>
            <a:pPr eaLnBrk="1" fontAlgn="auto" hangingPunct="1">
              <a:spcBef>
                <a:spcPts val="0"/>
              </a:spcBef>
              <a:spcAft>
                <a:spcPts val="0"/>
              </a:spcAft>
              <a:defRPr/>
            </a:pPr>
            <a:endParaRPr lang="en-US" dirty="0" smtClean="0">
              <a:ea typeface="+mn-ea"/>
            </a:endParaRPr>
          </a:p>
          <a:p>
            <a:pPr marL="221559" indent="-221559" eaLnBrk="1" fontAlgn="auto" hangingPunct="1">
              <a:spcBef>
                <a:spcPts val="0"/>
              </a:spcBef>
              <a:spcAft>
                <a:spcPts val="0"/>
              </a:spcAft>
              <a:buFont typeface="+mj-lt"/>
              <a:buAutoNum type="arabicPeriod"/>
              <a:defRPr/>
            </a:pPr>
            <a:r>
              <a:rPr lang="en-US" dirty="0" smtClean="0">
                <a:ea typeface="+mn-ea"/>
              </a:rPr>
              <a:t>A replay attack occurs when an attacker captures a portion of a communication between two hosts and then retransmits the captured message at a later time. </a:t>
            </a:r>
          </a:p>
          <a:p>
            <a:pPr marL="664677" lvl="1" indent="-221559" eaLnBrk="1" fontAlgn="auto" hangingPunct="1">
              <a:spcBef>
                <a:spcPts val="0"/>
              </a:spcBef>
              <a:spcAft>
                <a:spcPts val="0"/>
              </a:spcAft>
              <a:buFont typeface="+mj-lt"/>
              <a:buAutoNum type="alphaUcPeriod"/>
              <a:defRPr/>
            </a:pPr>
            <a:r>
              <a:rPr lang="en-US" dirty="0" smtClean="0">
                <a:ea typeface="+mn-ea"/>
                <a:cs typeface="ヒラギノ角ゴ Pro W3" pitchFamily="-111" charset="-128"/>
              </a:rPr>
              <a:t>Replay attacks are often used to circumvent authentication mechanisms.</a:t>
            </a:r>
          </a:p>
          <a:p>
            <a:pPr marL="664677" lvl="1" indent="-221559" eaLnBrk="1" fontAlgn="auto" hangingPunct="1">
              <a:spcBef>
                <a:spcPts val="0"/>
              </a:spcBef>
              <a:spcAft>
                <a:spcPts val="0"/>
              </a:spcAft>
              <a:defRPr/>
            </a:pPr>
            <a:endParaRPr lang="en-US" dirty="0" smtClean="0">
              <a:ea typeface="+mn-ea"/>
              <a:cs typeface="ヒラギノ角ゴ Pro W3" pitchFamily="-111" charset="-128"/>
            </a:endParaRPr>
          </a:p>
          <a:p>
            <a:pPr marL="221559" lvl="1" indent="-221559" eaLnBrk="1" fontAlgn="auto" hangingPunct="1">
              <a:spcBef>
                <a:spcPts val="0"/>
              </a:spcBef>
              <a:spcAft>
                <a:spcPts val="0"/>
              </a:spcAft>
              <a:buFont typeface="+mj-lt"/>
              <a:buAutoNum type="arabicPeriod" startAt="2"/>
              <a:defRPr/>
            </a:pPr>
            <a:r>
              <a:rPr lang="en-US" dirty="0" smtClean="0">
                <a:ea typeface="+mn-ea"/>
                <a:cs typeface="ヒラギノ角ゴ Pro W3" pitchFamily="-111" charset="-128"/>
              </a:rPr>
              <a:t>Systems can prevent falling victim to a replay attack by encrypting traffic, providing cryptographic authentication, and including a time stamp with each portion of the message.</a:t>
            </a:r>
          </a:p>
          <a:p>
            <a:pPr eaLnBrk="1" fontAlgn="auto" hangingPunct="1">
              <a:spcBef>
                <a:spcPts val="0"/>
              </a:spcBef>
              <a:spcAft>
                <a:spcPts val="0"/>
              </a:spcAft>
              <a:defRPr/>
            </a:pPr>
            <a:endParaRPr lang="en-US" dirty="0" smtClean="0">
              <a:ea typeface="+mn-ea"/>
            </a:endParaRPr>
          </a:p>
        </p:txBody>
      </p:sp>
      <p:sp>
        <p:nvSpPr>
          <p:cNvPr id="10752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2A741673-48F7-4F31-BBA4-DB8A31320E4E}" type="slidenum">
              <a:rPr lang="en-US" altLang="en-US" sz="1200">
                <a:solidFill>
                  <a:srgbClr val="000000"/>
                </a:solidFill>
                <a:latin typeface="Calibri" panose="020F0502020204030204" pitchFamily="34" charset="0"/>
              </a:rPr>
              <a:pPr eaLnBrk="1" hangingPunct="1"/>
              <a:t>21</a:t>
            </a:fld>
            <a:endParaRPr lang="en-US" altLang="en-US" sz="1200">
              <a:solidFill>
                <a:srgbClr val="000000"/>
              </a:solidFill>
              <a:latin typeface="Calibri" panose="020F0502020204030204" pitchFamily="34" charset="0"/>
            </a:endParaRPr>
          </a:p>
        </p:txBody>
      </p:sp>
    </p:spTree>
    <p:extLst>
      <p:ext uri="{BB962C8B-B14F-4D97-AF65-F5344CB8AC3E}">
        <p14:creationId xmlns:p14="http://schemas.microsoft.com/office/powerpoint/2010/main" val="18529754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957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b="1" smtClean="0"/>
              <a:t>Security + Objective 2.1b TCP/IP hijacking</a:t>
            </a:r>
          </a:p>
          <a:p>
            <a:pPr eaLnBrk="1" hangingPunct="1"/>
            <a:endParaRPr lang="en-US" altLang="en-US" u="sng" smtClean="0"/>
          </a:p>
          <a:p>
            <a:pPr eaLnBrk="1" hangingPunct="1">
              <a:buFont typeface="Calibri" panose="020F0502020204030204" pitchFamily="34" charset="0"/>
              <a:buAutoNum type="arabicPeriod"/>
            </a:pPr>
            <a:r>
              <a:rPr lang="en-US" altLang="en-US" smtClean="0"/>
              <a:t>TCP/IP hijacking and session hijacking are terms used to refer to the process of taking control of an already existing session between a client and a server.</a:t>
            </a:r>
          </a:p>
          <a:p>
            <a:pPr marL="663575" lvl="1" indent="-220663" eaLnBrk="1" hangingPunct="1">
              <a:buFont typeface="Calibri" panose="020F0502020204030204" pitchFamily="34" charset="0"/>
              <a:buAutoNum type="alphaUcPeriod"/>
            </a:pPr>
            <a:r>
              <a:rPr lang="en-US" altLang="en-US" smtClean="0">
                <a:ea typeface="ヒラギノ角ゴ Pro W3" charset="-128"/>
              </a:rPr>
              <a:t>The advantage to an attacker of hijacking over attempting to penetrate a computer system or network is that the attacker doesn</a:t>
            </a:r>
            <a:r>
              <a:rPr lang="ja-JP" altLang="en-US" smtClean="0">
                <a:ea typeface="ヒラギノ角ゴ Pro W3" charset="-128"/>
              </a:rPr>
              <a:t>’</a:t>
            </a:r>
            <a:r>
              <a:rPr lang="en-US" altLang="ja-JP" smtClean="0">
                <a:ea typeface="ヒラギノ角ゴ Pro W3" charset="-128"/>
              </a:rPr>
              <a:t>t have to circumvent any authentication mechanisms.</a:t>
            </a:r>
          </a:p>
          <a:p>
            <a:pPr marL="663575" lvl="1" indent="-220663" eaLnBrk="1" hangingPunct="1">
              <a:buFont typeface="Calibri" panose="020F0502020204030204" pitchFamily="34" charset="0"/>
              <a:buAutoNum type="alphaUcPeriod"/>
            </a:pPr>
            <a:r>
              <a:rPr lang="en-US" altLang="en-US" smtClean="0">
                <a:ea typeface="ヒラギノ角ゴ Pro W3" charset="-128"/>
              </a:rPr>
              <a:t>To prevent the user from noticing anything unusual, the attacker may target the user</a:t>
            </a:r>
            <a:r>
              <a:rPr lang="ja-JP" altLang="en-US" smtClean="0">
                <a:ea typeface="ヒラギノ角ゴ Pro W3" charset="-128"/>
              </a:rPr>
              <a:t>’</a:t>
            </a:r>
            <a:r>
              <a:rPr lang="en-US" altLang="ja-JP" smtClean="0">
                <a:ea typeface="ヒラギノ角ゴ Pro W3" charset="-128"/>
              </a:rPr>
              <a:t>s system with a DoS attack, taking it down so that the user, and the system, will not notice the extra traffic that is taking place.</a:t>
            </a:r>
          </a:p>
          <a:p>
            <a:pPr marL="663575" lvl="1" indent="-220663" eaLnBrk="1" hangingPunct="1">
              <a:buFont typeface="Calibri" panose="020F0502020204030204" pitchFamily="34" charset="0"/>
              <a:buAutoNum type="alphaUcPeriod"/>
            </a:pPr>
            <a:r>
              <a:rPr lang="en-US" altLang="en-US" smtClean="0">
                <a:ea typeface="ヒラギノ角ゴ Pro W3" charset="-128"/>
              </a:rPr>
              <a:t>Hijack attacks generally are used against web and Telnet sessions. </a:t>
            </a:r>
          </a:p>
          <a:p>
            <a:pPr eaLnBrk="1" hangingPunct="1"/>
            <a:endParaRPr lang="en-US" altLang="en-US" smtClean="0">
              <a:latin typeface="Arial" panose="020B0604020202020204" pitchFamily="34" charset="0"/>
            </a:endParaRPr>
          </a:p>
        </p:txBody>
      </p:sp>
      <p:sp>
        <p:nvSpPr>
          <p:cNvPr id="10957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4F1F6BB9-93BF-4C8E-B68E-F83CFE7774F8}" type="slidenum">
              <a:rPr lang="en-US" altLang="en-US" sz="1200">
                <a:latin typeface="Calibri" panose="020F0502020204030204" pitchFamily="34" charset="0"/>
                <a:ea typeface="ヒラギノ角ゴ Pro W3" charset="-128"/>
              </a:rPr>
              <a:pPr eaLnBrk="1" hangingPunct="1"/>
              <a:t>22</a:t>
            </a:fld>
            <a:endParaRPr lang="en-US" altLang="en-US" sz="1200">
              <a:latin typeface="Calibri" panose="020F0502020204030204" pitchFamily="34" charset="0"/>
              <a:ea typeface="ヒラギノ角ゴ Pro W3" charset="-128"/>
            </a:endParaRPr>
          </a:p>
        </p:txBody>
      </p:sp>
    </p:spTree>
    <p:extLst>
      <p:ext uri="{BB962C8B-B14F-4D97-AF65-F5344CB8AC3E}">
        <p14:creationId xmlns:p14="http://schemas.microsoft.com/office/powerpoint/2010/main" val="9698791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1618"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smtClean="0"/>
              <a:t>Browsers are used to navigate the Internet, using HTTP and other protocols to bring files to users</a:t>
            </a:r>
            <a:r>
              <a:rPr lang="ja-JP" altLang="en-US" smtClean="0"/>
              <a:t>’</a:t>
            </a:r>
            <a:r>
              <a:rPr lang="en-US" altLang="ja-JP" smtClean="0"/>
              <a:t> computers. Some of these files are images, some are scripts, and some are text based, and together they form the web pages that we see. Users don</a:t>
            </a:r>
            <a:r>
              <a:rPr lang="ja-JP" altLang="en-US" smtClean="0"/>
              <a:t>’</a:t>
            </a:r>
            <a:r>
              <a:rPr lang="en-US" altLang="ja-JP" smtClean="0"/>
              <a:t>t ask for each component—it is the job of the browser to identify the needed files and fetch them. </a:t>
            </a:r>
          </a:p>
          <a:p>
            <a:pPr eaLnBrk="1" hangingPunct="1"/>
            <a:endParaRPr lang="en-US" altLang="en-US" smtClean="0"/>
          </a:p>
          <a:p>
            <a:pPr eaLnBrk="1" hangingPunct="1">
              <a:buFont typeface="Calibri" panose="020F0502020204030204" pitchFamily="34" charset="0"/>
              <a:buAutoNum type="arabicPeriod"/>
            </a:pPr>
            <a:r>
              <a:rPr lang="en-US" altLang="en-US" smtClean="0"/>
              <a:t>A new type of attack called a drive-by download attack takes advantage of this process by initiating downloads of malware, whether a user clicks it or not. </a:t>
            </a:r>
          </a:p>
          <a:p>
            <a:pPr marL="663575" lvl="1" indent="-220663" eaLnBrk="1" hangingPunct="1">
              <a:buFont typeface="Calibri" panose="020F0502020204030204" pitchFamily="34" charset="0"/>
              <a:buAutoNum type="alphaUcPeriod"/>
            </a:pPr>
            <a:r>
              <a:rPr lang="en-US" altLang="en-US" smtClean="0">
                <a:ea typeface="ヒラギノ角ゴ Pro W3" charset="-128"/>
              </a:rPr>
              <a:t>Drive by downloads can occur from a couple of different mechanisms.  It is possible for an ad that is rotated into content on a reputable site to contain a drive by download. Users don</a:t>
            </a:r>
            <a:r>
              <a:rPr lang="ja-JP" altLang="en-US" smtClean="0">
                <a:ea typeface="ヒラギノ角ゴ Pro W3" charset="-128"/>
              </a:rPr>
              <a:t>’</a:t>
            </a:r>
            <a:r>
              <a:rPr lang="en-US" altLang="ja-JP" smtClean="0">
                <a:ea typeface="ヒラギノ角ゴ Pro W3" charset="-128"/>
              </a:rPr>
              <a:t>t have control over what ads are presented.  A second, more common method is a website that the user gets to either by mistyping a URL or by following a search link without vetting where they are clicking forst.  Just like cities can have bad neighborhoods, so too does the Internet, and surfing in a bad neighborhood can result in bad outcomes.</a:t>
            </a:r>
          </a:p>
          <a:p>
            <a:pPr eaLnBrk="1" hangingPunct="1"/>
            <a:endParaRPr lang="en-US" altLang="en-US" smtClean="0">
              <a:latin typeface="Arial" panose="020B0604020202020204" pitchFamily="34" charset="0"/>
            </a:endParaRPr>
          </a:p>
        </p:txBody>
      </p:sp>
      <p:sp>
        <p:nvSpPr>
          <p:cNvPr id="111619"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F7CE5268-254B-41A6-A1EA-C67DDB26CB92}" type="slidenum">
              <a:rPr lang="en-US" altLang="en-US" sz="1200">
                <a:latin typeface="Calibri" panose="020F0502020204030204" pitchFamily="34" charset="0"/>
                <a:ea typeface="ヒラギノ角ゴ Pro W3" charset="-128"/>
              </a:rPr>
              <a:pPr eaLnBrk="1" hangingPunct="1"/>
              <a:t>23</a:t>
            </a:fld>
            <a:endParaRPr lang="en-US" altLang="en-US" sz="1200">
              <a:latin typeface="Calibri" panose="020F0502020204030204" pitchFamily="34" charset="0"/>
              <a:ea typeface="ヒラギノ角ゴ Pro W3" charset="-128"/>
            </a:endParaRPr>
          </a:p>
        </p:txBody>
      </p:sp>
    </p:spTree>
    <p:extLst>
      <p:ext uri="{BB962C8B-B14F-4D97-AF65-F5344CB8AC3E}">
        <p14:creationId xmlns:p14="http://schemas.microsoft.com/office/powerpoint/2010/main" val="36108914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p:cNvSpPr>
            <a:spLocks noGrp="1"/>
          </p:cNvSpPr>
          <p:nvPr>
            <p:ph type="body" idx="1"/>
          </p:nvPr>
        </p:nvSpPr>
        <p:spPr>
          <a:ln/>
        </p:spPr>
        <p:txBody>
          <a:bodyPr/>
          <a:lstStyle/>
          <a:p>
            <a:pPr eaLnBrk="1" hangingPunct="1">
              <a:defRPr/>
            </a:pPr>
            <a:r>
              <a:rPr lang="en-US" b="1" dirty="0" smtClean="0">
                <a:ea typeface="+mn-ea"/>
              </a:rPr>
              <a:t>Security + Objective 2.5b weak passwords</a:t>
            </a:r>
          </a:p>
          <a:p>
            <a:pPr marL="221559" indent="-221559" eaLnBrk="1" hangingPunct="1">
              <a:buFont typeface="+mj-lt"/>
              <a:buAutoNum type="arabicPeriod"/>
              <a:defRPr/>
            </a:pPr>
            <a:endParaRPr lang="en-US" dirty="0" smtClean="0">
              <a:ea typeface="+mn-ea"/>
            </a:endParaRPr>
          </a:p>
          <a:p>
            <a:pPr marL="221559" indent="-221559" eaLnBrk="1" hangingPunct="1">
              <a:buFont typeface="+mj-lt"/>
              <a:buAutoNum type="arabicPeriod"/>
              <a:defRPr/>
            </a:pPr>
            <a:r>
              <a:rPr lang="en-US" dirty="0" smtClean="0">
                <a:ea typeface="+mn-ea"/>
              </a:rPr>
              <a:t>The combination of a user ID and a password is the most common form of system authentication.</a:t>
            </a:r>
          </a:p>
          <a:p>
            <a:pPr marL="221559" indent="-221559" eaLnBrk="1" hangingPunct="1">
              <a:buFont typeface="+mj-lt"/>
              <a:buAutoNum type="arabicPeriod"/>
              <a:defRPr/>
            </a:pPr>
            <a:endParaRPr lang="en-US" dirty="0" smtClean="0">
              <a:ea typeface="+mn-ea"/>
            </a:endParaRPr>
          </a:p>
          <a:p>
            <a:pPr marL="221559" indent="-221559" eaLnBrk="1" hangingPunct="1">
              <a:buFont typeface="+mj-lt"/>
              <a:buAutoNum type="arabicPeriod"/>
              <a:defRPr/>
            </a:pPr>
            <a:r>
              <a:rPr lang="en-US" dirty="0" smtClean="0">
                <a:ea typeface="+mn-ea"/>
              </a:rPr>
              <a:t>When this combination fails, it is typically the result of users failing to adhere to good password procedures.</a:t>
            </a:r>
          </a:p>
          <a:p>
            <a:pPr marL="221559" indent="-221559" eaLnBrk="1" hangingPunct="1">
              <a:buFont typeface="+mj-lt"/>
              <a:buAutoNum type="arabicPeriod"/>
              <a:defRPr/>
            </a:pPr>
            <a:endParaRPr lang="en-US" dirty="0" smtClean="0">
              <a:ea typeface="+mn-ea"/>
            </a:endParaRPr>
          </a:p>
          <a:p>
            <a:pPr eaLnBrk="1" hangingPunct="1">
              <a:defRPr/>
            </a:pPr>
            <a:endParaRPr lang="en-US" dirty="0" smtClean="0">
              <a:latin typeface="Arial" pitchFamily="34" charset="0"/>
              <a:ea typeface="+mn-ea"/>
            </a:endParaRPr>
          </a:p>
        </p:txBody>
      </p:sp>
      <p:sp>
        <p:nvSpPr>
          <p:cNvPr id="113667"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BA72B282-9E4C-461F-9F26-83CB89DB0876}" type="slidenum">
              <a:rPr lang="en-US" altLang="en-US" sz="1200">
                <a:latin typeface="Calibri" panose="020F0502020204030204" pitchFamily="34" charset="0"/>
                <a:ea typeface="ヒラギノ角ゴ Pro W3" charset="-128"/>
              </a:rPr>
              <a:pPr eaLnBrk="1" hangingPunct="1"/>
              <a:t>24</a:t>
            </a:fld>
            <a:endParaRPr lang="en-US" altLang="en-US" sz="1200">
              <a:latin typeface="Calibri" panose="020F0502020204030204" pitchFamily="34" charset="0"/>
              <a:ea typeface="ヒラギノ角ゴ Pro W3" charset="-128"/>
            </a:endParaRPr>
          </a:p>
        </p:txBody>
      </p:sp>
    </p:spTree>
    <p:extLst>
      <p:ext uri="{BB962C8B-B14F-4D97-AF65-F5344CB8AC3E}">
        <p14:creationId xmlns:p14="http://schemas.microsoft.com/office/powerpoint/2010/main" val="1515415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571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220663" indent="-220663" eaLnBrk="1" hangingPunct="1">
              <a:lnSpc>
                <a:spcPct val="80000"/>
              </a:lnSpc>
            </a:pPr>
            <a:r>
              <a:rPr lang="en-US" altLang="en-US" sz="800" smtClean="0"/>
              <a:t>  There are multiple ways to attack passwords as the following list illustrates:</a:t>
            </a:r>
          </a:p>
          <a:p>
            <a:pPr marL="663575" lvl="1" indent="-220663" eaLnBrk="1" hangingPunct="1">
              <a:lnSpc>
                <a:spcPct val="80000"/>
              </a:lnSpc>
              <a:buFont typeface="Calibri" panose="020F0502020204030204" pitchFamily="34" charset="0"/>
              <a:buAutoNum type="alphaUcPeriod"/>
            </a:pPr>
            <a:r>
              <a:rPr lang="en-US" altLang="en-US" sz="800" smtClean="0">
                <a:ea typeface="ヒラギノ角ゴ Pro W3" charset="-128"/>
              </a:rPr>
              <a:t>Guessing - It is surprising how often this simple method works, and the reason it does is because people are notorious for picking poor passwords. Even if the person doesn</a:t>
            </a:r>
            <a:r>
              <a:rPr lang="ja-JP" altLang="en-US" sz="800" smtClean="0">
                <a:ea typeface="ヒラギノ角ゴ Pro W3" charset="-128"/>
              </a:rPr>
              <a:t>’</a:t>
            </a:r>
            <a:r>
              <a:rPr lang="en-US" altLang="ja-JP" sz="800" smtClean="0">
                <a:ea typeface="ヒラギノ角ゴ Pro W3" charset="-128"/>
              </a:rPr>
              <a:t>t use some personal detail as her password, the attacker may still get lucky, since many people use a common word for their password. Attackers can use the Internet to find many lists of common passwords to try. </a:t>
            </a:r>
          </a:p>
          <a:p>
            <a:pPr marL="663575" lvl="1" indent="-220663" eaLnBrk="1" hangingPunct="1">
              <a:lnSpc>
                <a:spcPct val="80000"/>
              </a:lnSpc>
              <a:buFont typeface="Calibri" panose="020F0502020204030204" pitchFamily="34" charset="0"/>
              <a:buAutoNum type="alphaUcPeriod"/>
            </a:pPr>
            <a:r>
              <a:rPr lang="en-US" altLang="en-US" sz="800" smtClean="0">
                <a:ea typeface="ヒラギノ角ゴ Pro W3" charset="-128"/>
              </a:rPr>
              <a:t>Dictionary attack - The dictionary words can be used by themselves, or two or more smaller words can be combined to form a single possible password. A number of commercial and public-domain password-cracking programs employ a variety of methods to crack passwords, including using variations on the user ID.</a:t>
            </a:r>
          </a:p>
          <a:p>
            <a:pPr marL="663575" lvl="1" indent="-220663" eaLnBrk="1" hangingPunct="1">
              <a:lnSpc>
                <a:spcPct val="80000"/>
              </a:lnSpc>
              <a:buFont typeface="Calibri" panose="020F0502020204030204" pitchFamily="34" charset="0"/>
              <a:buAutoNum type="alphaUcPeriod"/>
            </a:pPr>
            <a:r>
              <a:rPr lang="en-US" altLang="en-US" sz="800" smtClean="0">
                <a:ea typeface="ヒラギノ角ゴ Pro W3" charset="-128"/>
              </a:rPr>
              <a:t>  Brute-force attack - a password-cracking program that attempts all possible character combinations.  The length of the password and the size of the set of possible characters in the password will greatly affect the time a brute-force attack will take. A few years ago, this method of attack was very time consuming, since it took considerable time to generate all possible combinations. With the increase in computer speed, however, generating password combinations is much faster, making it more feasible to launch brute-force attacks against certain computer systems and networks.  A brute-force attack on a password can take place at two levels: The attacker can use a password-cracking program to attempt to guess the password directly at a login prompt, or the attacker can first steal a password file, use a password-cracking program to compile a list of possible passwords based on the list of password hashes contained in the password file (offline), and then use that narrower list to attempt to guess the password at the login prompt. The first attack can be made more difficult if the account locks after a few failed login attempts. The second attack can be thwarted if the password file is securely maintained so that others cannot obtain a copy of it.</a:t>
            </a:r>
          </a:p>
          <a:p>
            <a:pPr marL="663575" lvl="1" indent="-220663" eaLnBrk="1" hangingPunct="1">
              <a:lnSpc>
                <a:spcPct val="80000"/>
              </a:lnSpc>
              <a:buFont typeface="Calibri" panose="020F0502020204030204" pitchFamily="34" charset="0"/>
              <a:buAutoNum type="alphaUcPeriod"/>
            </a:pPr>
            <a:r>
              <a:rPr lang="en-US" altLang="en-US" sz="800" smtClean="0">
                <a:ea typeface="ヒラギノ角ゴ Pro W3" charset="-128"/>
              </a:rPr>
              <a:t>hybrid attack -  is a password attack that combines the dictionary and brute-force methods.  Most password cracking tools operate perform in this manner by first attempting a dictionary attack and then moving on to brute-force methods.  The programs often permit the attacker to create various rules that tell the program how to combine words to form new possible passwords. Users commonly substitute certain numbers for specific letters. If the user wanted to use the word </a:t>
            </a:r>
            <a:r>
              <a:rPr lang="en-US" altLang="en-US" sz="800" i="1" smtClean="0">
                <a:ea typeface="ヒラギノ角ゴ Pro W3" charset="-128"/>
              </a:rPr>
              <a:t>secret</a:t>
            </a:r>
            <a:r>
              <a:rPr lang="en-US" altLang="en-US" sz="800" smtClean="0">
                <a:ea typeface="ヒラギノ角ゴ Pro W3" charset="-128"/>
              </a:rPr>
              <a:t> as a base for a password, for example, she could replace the letter </a:t>
            </a:r>
            <a:r>
              <a:rPr lang="en-US" altLang="en-US" sz="800" i="1" smtClean="0">
                <a:ea typeface="ヒラギノ角ゴ Pro W3" charset="-128"/>
              </a:rPr>
              <a:t>e</a:t>
            </a:r>
            <a:r>
              <a:rPr lang="en-US" altLang="en-US" sz="800" smtClean="0">
                <a:ea typeface="ヒラギノ角ゴ Pro W3" charset="-128"/>
              </a:rPr>
              <a:t> with the number </a:t>
            </a:r>
            <a:r>
              <a:rPr lang="en-US" altLang="en-US" sz="800" i="1" smtClean="0">
                <a:ea typeface="ヒラギノ角ゴ Pro W3" charset="-128"/>
              </a:rPr>
              <a:t>3</a:t>
            </a:r>
            <a:r>
              <a:rPr lang="en-US" altLang="en-US" sz="800" smtClean="0">
                <a:ea typeface="ヒラギノ角ゴ Pro W3" charset="-128"/>
              </a:rPr>
              <a:t>, yielding </a:t>
            </a:r>
            <a:r>
              <a:rPr lang="en-US" altLang="en-US" sz="800" i="1" smtClean="0">
                <a:ea typeface="ヒラギノ角ゴ Pro W3" charset="-128"/>
              </a:rPr>
              <a:t>s3cr3t</a:t>
            </a:r>
            <a:r>
              <a:rPr lang="en-US" altLang="en-US" sz="800" smtClean="0">
                <a:ea typeface="ヒラギノ角ゴ Pro W3" charset="-128"/>
              </a:rPr>
              <a:t>. This password will not be found in the dictionary, so a pure dictionary attack would not crack it, but the password is still easy for the user to remember. If the attacker created a rule that instructed the program to try all words in the dictionary and then try the same words substituting the number </a:t>
            </a:r>
            <a:r>
              <a:rPr lang="en-US" altLang="en-US" sz="800" i="1" smtClean="0">
                <a:ea typeface="ヒラギノ角ゴ Pro W3" charset="-128"/>
              </a:rPr>
              <a:t>3</a:t>
            </a:r>
            <a:r>
              <a:rPr lang="en-US" altLang="en-US" sz="800" smtClean="0">
                <a:ea typeface="ヒラギノ角ゴ Pro W3" charset="-128"/>
              </a:rPr>
              <a:t> for the letter </a:t>
            </a:r>
            <a:r>
              <a:rPr lang="en-US" altLang="en-US" sz="800" i="1" smtClean="0">
                <a:ea typeface="ヒラギノ角ゴ Pro W3" charset="-128"/>
              </a:rPr>
              <a:t>e</a:t>
            </a:r>
            <a:r>
              <a:rPr lang="en-US" altLang="en-US" sz="800" smtClean="0">
                <a:ea typeface="ヒラギノ角ゴ Pro W3" charset="-128"/>
              </a:rPr>
              <a:t>, however, the password would be cracked.</a:t>
            </a:r>
          </a:p>
          <a:p>
            <a:pPr marL="663575" lvl="1" indent="-220663" eaLnBrk="1" hangingPunct="1">
              <a:lnSpc>
                <a:spcPct val="80000"/>
              </a:lnSpc>
              <a:buFont typeface="Calibri" panose="020F0502020204030204" pitchFamily="34" charset="0"/>
              <a:buAutoNum type="alphaUcPeriod"/>
            </a:pPr>
            <a:r>
              <a:rPr lang="en-US" altLang="en-US" sz="800" smtClean="0">
                <a:ea typeface="ヒラギノ角ゴ Pro W3" charset="-128"/>
              </a:rPr>
              <a:t>birthday attack  - is a special type of brute-force attack that gets its name from something known as the birthday paradox, which states that in a group of at least 23 people, the chance that two individuals will have the same birthday is greater than 50 percent.  Mathematically, the equation is 1.25×</a:t>
            </a:r>
            <a:r>
              <a:rPr lang="en-US" altLang="en-US" sz="800" i="1" smtClean="0">
                <a:ea typeface="ヒラギノ角ゴ Pro W3" charset="-128"/>
              </a:rPr>
              <a:t>k</a:t>
            </a:r>
            <a:r>
              <a:rPr lang="en-US" altLang="en-US" sz="800" baseline="30000" smtClean="0">
                <a:ea typeface="ヒラギノ角ゴ Pro W3" charset="-128"/>
              </a:rPr>
              <a:t>1/2</a:t>
            </a:r>
            <a:r>
              <a:rPr lang="en-US" altLang="en-US" sz="800" smtClean="0">
                <a:ea typeface="ヒラギノ角ゴ Pro W3" charset="-128"/>
              </a:rPr>
              <a:t>, where </a:t>
            </a:r>
            <a:r>
              <a:rPr lang="en-US" altLang="en-US" sz="800" i="1" smtClean="0">
                <a:ea typeface="ヒラギノ角ゴ Pro W3" charset="-128"/>
              </a:rPr>
              <a:t>k</a:t>
            </a:r>
            <a:r>
              <a:rPr lang="en-US" altLang="en-US" sz="800" smtClean="0">
                <a:ea typeface="ヒラギノ角ゴ Pro W3" charset="-128"/>
              </a:rPr>
              <a:t> equals the size of the set of possible values, which in the birthday paradox is 365 (the number of possible birthdays).This same phenomenon applies to passwords, with </a:t>
            </a:r>
            <a:r>
              <a:rPr lang="en-US" altLang="en-US" sz="800" i="1" smtClean="0">
                <a:ea typeface="ヒラギノ角ゴ Pro W3" charset="-128"/>
              </a:rPr>
              <a:t>k</a:t>
            </a:r>
            <a:r>
              <a:rPr lang="en-US" altLang="en-US" sz="800" smtClean="0">
                <a:ea typeface="ヒラギノ角ゴ Pro W3" charset="-128"/>
              </a:rPr>
              <a:t> (number of passwords) being quite a bit larger.</a:t>
            </a:r>
          </a:p>
          <a:p>
            <a:pPr marL="220663" indent="-220663" eaLnBrk="1" hangingPunct="1">
              <a:lnSpc>
                <a:spcPct val="80000"/>
              </a:lnSpc>
            </a:pPr>
            <a:endParaRPr lang="en-US" altLang="en-US" sz="800" smtClean="0">
              <a:latin typeface="Arial" panose="020B0604020202020204" pitchFamily="34" charset="0"/>
            </a:endParaRPr>
          </a:p>
        </p:txBody>
      </p:sp>
      <p:sp>
        <p:nvSpPr>
          <p:cNvPr id="11571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0FFD3498-2217-4896-BEC8-E94C6FCDE2D8}" type="slidenum">
              <a:rPr lang="en-US" altLang="en-US" sz="1200">
                <a:latin typeface="Calibri" panose="020F0502020204030204" pitchFamily="34" charset="0"/>
                <a:ea typeface="ヒラギノ角ゴ Pro W3" charset="-128"/>
              </a:rPr>
              <a:pPr eaLnBrk="1" hangingPunct="1"/>
              <a:t>25</a:t>
            </a:fld>
            <a:endParaRPr lang="en-US" altLang="en-US" sz="1200">
              <a:latin typeface="Calibri" panose="020F0502020204030204" pitchFamily="34" charset="0"/>
              <a:ea typeface="ヒラギノ角ゴ Pro W3" charset="-128"/>
            </a:endParaRPr>
          </a:p>
        </p:txBody>
      </p:sp>
    </p:spTree>
    <p:extLst>
      <p:ext uri="{BB962C8B-B14F-4D97-AF65-F5344CB8AC3E}">
        <p14:creationId xmlns:p14="http://schemas.microsoft.com/office/powerpoint/2010/main" val="14506041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7762"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en-US" b="1" smtClean="0"/>
              <a:t>Security + Objective 2.7b war-driving</a:t>
            </a:r>
          </a:p>
          <a:p>
            <a:pPr eaLnBrk="1" hangingPunct="1"/>
            <a:endParaRPr lang="en-US" altLang="en-US" smtClean="0"/>
          </a:p>
          <a:p>
            <a:pPr eaLnBrk="1" hangingPunct="1">
              <a:buFont typeface="Calibri" panose="020F0502020204030204" pitchFamily="34" charset="0"/>
              <a:buAutoNum type="arabicPeriod"/>
            </a:pPr>
            <a:r>
              <a:rPr lang="en-US" altLang="en-US" smtClean="0"/>
              <a:t>War-dialing is an attempt by an attacker to find unprotected modem connections to an organizations computer systems and networks.  Success is often the result of authorized individuals connecting unauthorized or rogue modems to the network.  The authorized user</a:t>
            </a:r>
            <a:r>
              <a:rPr lang="ja-JP" altLang="en-US" smtClean="0"/>
              <a:t>’</a:t>
            </a:r>
            <a:r>
              <a:rPr lang="en-US" altLang="ja-JP" smtClean="0"/>
              <a:t>s intent is not usually malicious, but the results can be. </a:t>
            </a:r>
          </a:p>
          <a:p>
            <a:pPr marL="663575" lvl="1" indent="-220663" eaLnBrk="1" hangingPunct="1">
              <a:buFont typeface="Calibri" panose="020F0502020204030204" pitchFamily="34" charset="0"/>
              <a:buAutoNum type="alphaUcPeriod"/>
            </a:pPr>
            <a:r>
              <a:rPr lang="en-US" altLang="en-US" smtClean="0">
                <a:ea typeface="ヒラギノ角ゴ Pro W3" charset="-128"/>
              </a:rPr>
              <a:t>In recent years, advances in telephone firewalls have severely restricted unauthorized connections while also increasing the security of authorized modems as well.</a:t>
            </a:r>
          </a:p>
          <a:p>
            <a:pPr eaLnBrk="1" hangingPunct="1">
              <a:buFont typeface="Calibri" panose="020F0502020204030204" pitchFamily="34" charset="0"/>
              <a:buAutoNum type="arabicPeriod"/>
            </a:pPr>
            <a:endParaRPr lang="en-US" altLang="en-US" smtClean="0"/>
          </a:p>
          <a:p>
            <a:pPr eaLnBrk="1" hangingPunct="1">
              <a:buFont typeface="Calibri" panose="020F0502020204030204" pitchFamily="34" charset="0"/>
              <a:buAutoNum type="arabicPeriod" startAt="2"/>
            </a:pPr>
            <a:r>
              <a:rPr lang="en-US" altLang="en-US" smtClean="0"/>
              <a:t>The term war-driving  refers to attackers wandering around an area (often in a car), searching for available wireless network connections.  There are security measures built into both the hardware and software tasked with maintaining a wireless access point, but it will only operate as well as it is configured.</a:t>
            </a:r>
          </a:p>
        </p:txBody>
      </p:sp>
      <p:sp>
        <p:nvSpPr>
          <p:cNvPr id="117763"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7640C530-801E-4913-AF36-C73C12EE6786}" type="slidenum">
              <a:rPr lang="en-US" altLang="en-US" sz="1200">
                <a:latin typeface="Calibri" panose="020F0502020204030204" pitchFamily="34" charset="0"/>
                <a:ea typeface="ヒラギノ角ゴ Pro W3" charset="-128"/>
              </a:rPr>
              <a:pPr eaLnBrk="1" hangingPunct="1"/>
              <a:t>26</a:t>
            </a:fld>
            <a:endParaRPr lang="en-US" altLang="en-US" sz="1200">
              <a:latin typeface="Calibri" panose="020F0502020204030204" pitchFamily="34" charset="0"/>
              <a:ea typeface="ヒラギノ角ゴ Pro W3" charset="-128"/>
            </a:endParaRPr>
          </a:p>
        </p:txBody>
      </p:sp>
    </p:spTree>
    <p:extLst>
      <p:ext uri="{BB962C8B-B14F-4D97-AF65-F5344CB8AC3E}">
        <p14:creationId xmlns:p14="http://schemas.microsoft.com/office/powerpoint/2010/main" val="1110566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p:cNvSpPr>
            <a:spLocks noGrp="1"/>
          </p:cNvSpPr>
          <p:nvPr>
            <p:ph type="body" idx="1"/>
          </p:nvPr>
        </p:nvSpPr>
        <p:spPr>
          <a:ln/>
        </p:spPr>
        <p:txBody>
          <a:bodyPr>
            <a:normAutofit fontScale="92500" lnSpcReduction="20000"/>
          </a:bodyPr>
          <a:lstStyle/>
          <a:p>
            <a:pPr>
              <a:defRPr/>
            </a:pPr>
            <a:r>
              <a:rPr lang="en-US" b="1" dirty="0" smtClean="0">
                <a:ea typeface="+mn-ea"/>
              </a:rPr>
              <a:t>Security + Objective 2.5c backdoors</a:t>
            </a:r>
          </a:p>
          <a:p>
            <a:pPr>
              <a:defRPr/>
            </a:pPr>
            <a:endParaRPr lang="en-US" i="1" dirty="0" smtClean="0">
              <a:ea typeface="+mn-ea"/>
            </a:endParaRPr>
          </a:p>
          <a:p>
            <a:pPr marL="221559" indent="-221559">
              <a:buFont typeface="+mj-lt"/>
              <a:buAutoNum type="arabicPeriod"/>
              <a:defRPr/>
            </a:pPr>
            <a:r>
              <a:rPr lang="en-US" dirty="0" smtClean="0">
                <a:ea typeface="+mn-ea"/>
              </a:rPr>
              <a:t>In the beginning, backdoors referred to efforts by software developers to ensure access to a program that bypassed the normal access methods.  Overtime, this practice has come to be known as creating a trapdoor into a program.</a:t>
            </a:r>
          </a:p>
          <a:p>
            <a:pPr marL="664677" lvl="1" indent="-221559">
              <a:buFont typeface="+mj-lt"/>
              <a:buAutoNum type="arabicPeriod"/>
              <a:defRPr/>
            </a:pPr>
            <a:r>
              <a:rPr lang="en-US" dirty="0" smtClean="0">
                <a:ea typeface="+mn-ea"/>
                <a:cs typeface="ヒラギノ角ゴ Pro W3" pitchFamily="-111" charset="-128"/>
              </a:rPr>
              <a:t>One problem with a trapdoor is that since it is hard-coded into the program, it can be very difficult if not impossible to remove.</a:t>
            </a:r>
          </a:p>
          <a:p>
            <a:pPr marL="664677" lvl="1" indent="-221559">
              <a:buFont typeface="+mj-lt"/>
              <a:buAutoNum type="arabicPeriod"/>
              <a:defRPr/>
            </a:pPr>
            <a:r>
              <a:rPr lang="en-US" dirty="0" smtClean="0">
                <a:ea typeface="+mn-ea"/>
                <a:cs typeface="ヒラギノ角ゴ Pro W3" pitchFamily="-111" charset="-128"/>
              </a:rPr>
              <a:t>A benefit to software developers and system administrators alike in using a trapdoor is that it ensures access to a program even if the normal access methods fail.</a:t>
            </a:r>
          </a:p>
          <a:p>
            <a:pPr marL="664677" lvl="1" indent="-221559">
              <a:buFont typeface="+mj-lt"/>
              <a:buAutoNum type="arabicPeriod"/>
              <a:defRPr/>
            </a:pPr>
            <a:r>
              <a:rPr lang="en-US" dirty="0" smtClean="0">
                <a:ea typeface="+mn-ea"/>
                <a:cs typeface="ヒラギノ角ゴ Pro W3" pitchFamily="-111" charset="-128"/>
              </a:rPr>
              <a:t>However, this benefit is far outweighed by the vulnerability the trapdoor creates within each system running the affected software.  The trapdoor offers full access into the system where an attacker could cause serious harm.</a:t>
            </a:r>
          </a:p>
          <a:p>
            <a:pPr marL="221559" indent="-221559">
              <a:buFont typeface="+mj-lt"/>
              <a:buAutoNum type="arabicPeriod"/>
              <a:defRPr/>
            </a:pPr>
            <a:endParaRPr lang="en-US" dirty="0" smtClean="0">
              <a:ea typeface="+mn-ea"/>
            </a:endParaRPr>
          </a:p>
          <a:p>
            <a:pPr marL="221559" indent="-221559">
              <a:buFont typeface="+mj-lt"/>
              <a:buAutoNum type="arabicPeriod"/>
              <a:defRPr/>
            </a:pPr>
            <a:r>
              <a:rPr lang="en-US" dirty="0" smtClean="0">
                <a:ea typeface="+mn-ea"/>
              </a:rPr>
              <a:t>More recently, a backdoor has come to refer to the programs or code introduced by an attacker that has compromised a system. A few common backdoor programs are </a:t>
            </a:r>
            <a:r>
              <a:rPr lang="en-US" dirty="0" err="1" smtClean="0">
                <a:ea typeface="+mn-ea"/>
              </a:rPr>
              <a:t>Netbus</a:t>
            </a:r>
            <a:r>
              <a:rPr lang="en-US" dirty="0" smtClean="0">
                <a:ea typeface="+mn-ea"/>
              </a:rPr>
              <a:t> and Back Orifice which both allow remote access to unauthorized system users.</a:t>
            </a:r>
          </a:p>
          <a:p>
            <a:pPr marL="664677" lvl="1" indent="-221559">
              <a:buFont typeface="+mj-lt"/>
              <a:buAutoNum type="arabicPeriod"/>
              <a:defRPr/>
            </a:pPr>
            <a:r>
              <a:rPr lang="en-US" dirty="0" smtClean="0">
                <a:ea typeface="+mn-ea"/>
                <a:cs typeface="ヒラギノ角ゴ Pro W3" pitchFamily="-111" charset="-128"/>
              </a:rPr>
              <a:t>The purpose of the backdoor is to grant the attacker future access to the system even if the original vulnerability used to attack the system has been rectified. </a:t>
            </a:r>
          </a:p>
          <a:p>
            <a:pPr marL="664677" lvl="1" indent="-221559">
              <a:buFont typeface="+mj-lt"/>
              <a:buAutoNum type="arabicPeriod"/>
              <a:defRPr/>
            </a:pPr>
            <a:r>
              <a:rPr lang="en-US" dirty="0" smtClean="0">
                <a:ea typeface="+mn-ea"/>
                <a:cs typeface="ヒラギノ角ゴ Pro W3" pitchFamily="-111" charset="-128"/>
              </a:rPr>
              <a:t>Usually, backdoors are installed on systems by unauthorized users or attackers.</a:t>
            </a:r>
          </a:p>
          <a:p>
            <a:pPr marL="664677" lvl="1" indent="-221559">
              <a:buFont typeface="+mj-lt"/>
              <a:buAutoNum type="arabicPeriod"/>
              <a:defRPr/>
            </a:pPr>
            <a:r>
              <a:rPr lang="en-US" dirty="0" smtClean="0">
                <a:ea typeface="+mn-ea"/>
                <a:cs typeface="ヒラギノ角ゴ Pro W3" pitchFamily="-111" charset="-128"/>
              </a:rPr>
              <a:t>However, they can also be installed by authorized users who inadvertently run a Trojan horse program on their machine which then installs the backdoor as well.</a:t>
            </a:r>
          </a:p>
          <a:p>
            <a:pPr marL="221559" indent="-221559">
              <a:buFont typeface="+mj-lt"/>
              <a:buAutoNum type="arabicPeriod"/>
              <a:defRPr/>
            </a:pPr>
            <a:endParaRPr lang="en-US" dirty="0" smtClean="0">
              <a:ea typeface="+mn-ea"/>
            </a:endParaRPr>
          </a:p>
          <a:p>
            <a:pPr marL="221559" indent="-221559">
              <a:buFont typeface="+mj-lt"/>
              <a:buAutoNum type="arabicPeriod"/>
              <a:defRPr/>
            </a:pPr>
            <a:r>
              <a:rPr lang="en-US" dirty="0" smtClean="0">
                <a:ea typeface="+mn-ea"/>
              </a:rPr>
              <a:t>Similar to the backdoor, another method employed by attackers is to install a </a:t>
            </a:r>
            <a:r>
              <a:rPr lang="en-US" dirty="0" err="1" smtClean="0">
                <a:ea typeface="+mn-ea"/>
              </a:rPr>
              <a:t>rootkit</a:t>
            </a:r>
            <a:r>
              <a:rPr lang="en-US" dirty="0" smtClean="0">
                <a:ea typeface="+mn-ea"/>
              </a:rPr>
              <a:t> on a system that ensures continued root access for the attacker.</a:t>
            </a:r>
            <a:endParaRPr lang="en-US" dirty="0" smtClean="0">
              <a:latin typeface="Arial" pitchFamily="34" charset="0"/>
              <a:ea typeface="+mn-ea"/>
            </a:endParaRPr>
          </a:p>
        </p:txBody>
      </p:sp>
      <p:sp>
        <p:nvSpPr>
          <p:cNvPr id="11981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fld id="{CCBC8A59-A1CD-403D-A70B-EBA31D4EC330}" type="slidenum">
              <a:rPr lang="en-US" altLang="en-US" sz="1200">
                <a:latin typeface="Calibri" panose="020F0502020204030204" pitchFamily="34" charset="0"/>
                <a:ea typeface="ヒラギノ角ゴ Pro W3" charset="-128"/>
              </a:rPr>
              <a:pPr eaLnBrk="1" hangingPunct="1"/>
              <a:t>27</a:t>
            </a:fld>
            <a:endParaRPr lang="en-US" altLang="en-US" sz="1200">
              <a:latin typeface="Calibri" panose="020F0502020204030204" pitchFamily="34" charset="0"/>
              <a:ea typeface="ヒラギノ角ゴ Pro W3" charset="-128"/>
            </a:endParaRPr>
          </a:p>
        </p:txBody>
      </p:sp>
    </p:spTree>
    <p:extLst>
      <p:ext uri="{BB962C8B-B14F-4D97-AF65-F5344CB8AC3E}">
        <p14:creationId xmlns:p14="http://schemas.microsoft.com/office/powerpoint/2010/main" val="16669935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p:cNvSpPr/>
          <p:nvPr/>
        </p:nvSpPr>
        <p:spPr>
          <a:xfrm>
            <a:off x="4250268" y="268289"/>
            <a:ext cx="7558617" cy="390048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5" name="Rectangle 4"/>
          <p:cNvSpPr/>
          <p:nvPr/>
        </p:nvSpPr>
        <p:spPr>
          <a:xfrm>
            <a:off x="357718" y="268288"/>
            <a:ext cx="245533" cy="3886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ctrTitle"/>
          </p:nvPr>
        </p:nvSpPr>
        <p:spPr>
          <a:xfrm>
            <a:off x="4267200" y="4208929"/>
            <a:ext cx="7278624" cy="1048684"/>
          </a:xfrm>
        </p:spPr>
        <p:txBody>
          <a:bodyPr rtlCol="0">
            <a:normAutofit/>
          </a:bodyPr>
          <a:lstStyle>
            <a:lvl1pPr algn="l" defTabSz="914400" rtl="0" eaLnBrk="1" latinLnBrk="0" hangingPunct="1">
              <a:spcBef>
                <a:spcPct val="0"/>
              </a:spcBef>
              <a:buNone/>
              <a:defRPr sz="4600" kern="1200">
                <a:solidFill>
                  <a:schemeClr val="accent1"/>
                </a:solidFill>
                <a:latin typeface="+mj-lt"/>
                <a:ea typeface="+mj-ea"/>
                <a:cs typeface="+mj-cs"/>
              </a:defRPr>
            </a:lvl1pPr>
          </a:lstStyle>
          <a:p>
            <a:r>
              <a:rPr lang="en-US" smtClean="0"/>
              <a:t>Click to edit Master title style</a:t>
            </a:r>
            <a:endParaRPr/>
          </a:p>
        </p:txBody>
      </p:sp>
      <p:sp>
        <p:nvSpPr>
          <p:cNvPr id="3" name="Subtitle 2"/>
          <p:cNvSpPr>
            <a:spLocks noGrp="1"/>
          </p:cNvSpPr>
          <p:nvPr>
            <p:ph type="subTitle" idx="1"/>
          </p:nvPr>
        </p:nvSpPr>
        <p:spPr>
          <a:xfrm>
            <a:off x="4267200" y="5257800"/>
            <a:ext cx="7278624" cy="621792"/>
          </a:xfrm>
        </p:spPr>
        <p:txBody>
          <a:bodyPr rtlCol="0">
            <a:normAutofit/>
          </a:bodyPr>
          <a:lstStyle>
            <a:lvl1pPr marL="0" indent="0" algn="l" defTabSz="914400" rtl="0" eaLnBrk="1" latinLnBrk="0" hangingPunct="1">
              <a:spcBef>
                <a:spcPts val="0"/>
              </a:spcBef>
              <a:buClr>
                <a:schemeClr val="accent1"/>
              </a:buClr>
              <a:buSzPct val="100000"/>
              <a:buFont typeface="Wingdings 2" pitchFamily="18" charset="2"/>
              <a:buNone/>
              <a:defRPr sz="1600" kern="1200">
                <a:solidFill>
                  <a:schemeClr val="tx2"/>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6" name="Date Placeholder 3"/>
          <p:cNvSpPr>
            <a:spLocks noGrp="1"/>
          </p:cNvSpPr>
          <p:nvPr>
            <p:ph type="dt" sz="half" idx="10"/>
          </p:nvPr>
        </p:nvSpPr>
        <p:spPr>
          <a:xfrm>
            <a:off x="4368800" y="390526"/>
            <a:ext cx="7340600" cy="365125"/>
          </a:xfrm>
        </p:spPr>
        <p:txBody>
          <a:bodyPr/>
          <a:lstStyle>
            <a:lvl1pPr marL="0" algn="r" defTabSz="914400" rtl="0" eaLnBrk="1" latinLnBrk="0" hangingPunct="1">
              <a:defRPr sz="2200" b="0" kern="1200" baseline="0">
                <a:solidFill>
                  <a:schemeClr val="bg1"/>
                </a:solidFill>
                <a:latin typeface="+mn-lt"/>
                <a:ea typeface="+mn-ea"/>
                <a:cs typeface="+mn-cs"/>
              </a:defRPr>
            </a:lvl1pPr>
          </a:lstStyle>
          <a:p>
            <a:pPr>
              <a:defRPr/>
            </a:pPr>
            <a:endParaRPr lang="en-US"/>
          </a:p>
        </p:txBody>
      </p:sp>
      <p:sp>
        <p:nvSpPr>
          <p:cNvPr id="7" name="Footer Placeholder 4"/>
          <p:cNvSpPr>
            <a:spLocks noGrp="1"/>
          </p:cNvSpPr>
          <p:nvPr>
            <p:ph type="ftr" sz="quarter" idx="11"/>
          </p:nvPr>
        </p:nvSpPr>
        <p:spPr>
          <a:xfrm>
            <a:off x="4292601" y="6356351"/>
            <a:ext cx="6314017" cy="365125"/>
          </a:xfrm>
        </p:spPr>
        <p:txBody>
          <a:bodyPr/>
          <a:lstStyle>
            <a:lvl1pPr marL="0" algn="l" defTabSz="914400" rtl="0" eaLnBrk="1" latinLnBrk="0" hangingPunct="1">
              <a:defRPr sz="1100" b="1" kern="1200">
                <a:solidFill>
                  <a:schemeClr val="tx2">
                    <a:lumMod val="60000"/>
                    <a:lumOff val="40000"/>
                  </a:schemeClr>
                </a:solidFill>
                <a:latin typeface="+mn-lt"/>
                <a:ea typeface="+mn-ea"/>
                <a:cs typeface="+mn-cs"/>
              </a:defRPr>
            </a:lvl1pPr>
          </a:lstStyle>
          <a:p>
            <a:pPr>
              <a:defRPr/>
            </a:pPr>
            <a:endParaRPr lang="en-US"/>
          </a:p>
        </p:txBody>
      </p:sp>
      <p:sp>
        <p:nvSpPr>
          <p:cNvPr id="8" name="Slide Number Placeholder 5"/>
          <p:cNvSpPr>
            <a:spLocks noGrp="1"/>
          </p:cNvSpPr>
          <p:nvPr>
            <p:ph type="sldNum" sz="quarter" idx="12"/>
          </p:nvPr>
        </p:nvSpPr>
        <p:spPr>
          <a:xfrm>
            <a:off x="11008784" y="6356351"/>
            <a:ext cx="914400" cy="365125"/>
          </a:xfrm>
        </p:spPr>
        <p:txBody>
          <a:bodyPr/>
          <a:lstStyle>
            <a:lvl1pPr>
              <a:defRPr sz="1100">
                <a:solidFill>
                  <a:srgbClr val="858585"/>
                </a:solidFill>
                <a:latin typeface="Century Gothic" panose="020B0502020202020204" pitchFamily="34" charset="0"/>
              </a:defRPr>
            </a:lvl1pPr>
          </a:lstStyle>
          <a:p>
            <a:fld id="{DAD9BD65-3A52-4785-9CEA-23DDB0A7F001}" type="slidenum">
              <a:rPr lang="en-US" altLang="en-US"/>
              <a:pPr/>
              <a:t>‹#›</a:t>
            </a:fld>
            <a:endParaRPr lang="en-US" altLang="en-US"/>
          </a:p>
        </p:txBody>
      </p:sp>
    </p:spTree>
    <p:extLst>
      <p:ext uri="{BB962C8B-B14F-4D97-AF65-F5344CB8AC3E}">
        <p14:creationId xmlns:p14="http://schemas.microsoft.com/office/powerpoint/2010/main" val="42722243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p:cNvSpPr/>
          <p:nvPr/>
        </p:nvSpPr>
        <p:spPr>
          <a:xfrm>
            <a:off x="10416118" y="44451"/>
            <a:ext cx="1631949" cy="12239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title"/>
          </p:nvPr>
        </p:nvSpPr>
        <p:spPr>
          <a:xfrm>
            <a:off x="609600" y="914400"/>
            <a:ext cx="9518848" cy="1143000"/>
          </a:xfrm>
        </p:spPr>
        <p:txBody>
          <a:bodyPr/>
          <a:lstStyle>
            <a:lvl1pPr>
              <a:defRPr sz="4000" b="1"/>
            </a:lvl1pPr>
          </a:lstStyle>
          <a:p>
            <a:r>
              <a:rPr lang="en-US" dirty="0" smtClean="0"/>
              <a:t>Click to edit Master title style</a:t>
            </a:r>
            <a:endParaRPr dirty="0"/>
          </a:p>
        </p:txBody>
      </p:sp>
      <p:sp>
        <p:nvSpPr>
          <p:cNvPr id="3" name="Content Placeholder 2"/>
          <p:cNvSpPr>
            <a:spLocks noGrp="1"/>
          </p:cNvSpPr>
          <p:nvPr>
            <p:ph idx="1"/>
          </p:nvPr>
        </p:nvSpPr>
        <p:spPr>
          <a:xfrm>
            <a:off x="623392" y="2204865"/>
            <a:ext cx="11041227" cy="3916363"/>
          </a:xfrm>
        </p:spPr>
        <p:txBody>
          <a:bodyPr/>
          <a:lstStyle>
            <a:lvl1pPr>
              <a:defRPr sz="2400">
                <a:solidFill>
                  <a:schemeClr val="tx1"/>
                </a:solidFill>
                <a:latin typeface="Gill Sans MT" panose="020B0502020104020203" pitchFamily="34" charset="0"/>
              </a:defRPr>
            </a:lvl1pPr>
            <a:lvl2pPr>
              <a:defRPr sz="2400">
                <a:latin typeface="Gill Sans MT" panose="020B0502020104020203" pitchFamily="34" charset="0"/>
              </a:defRPr>
            </a:lvl2pPr>
            <a:lvl3pPr>
              <a:defRPr sz="2400">
                <a:latin typeface="Gill Sans MT" panose="020B0502020104020203" pitchFamily="34" charset="0"/>
              </a:defRPr>
            </a:lvl3pPr>
            <a:lvl4pPr>
              <a:defRPr sz="2400">
                <a:latin typeface="Gill Sans MT" panose="020B0502020104020203" pitchFamily="34" charset="0"/>
              </a:defRPr>
            </a:lvl4pPr>
            <a:lvl5pPr>
              <a:defRPr sz="2400">
                <a:latin typeface="Gill Sans MT" panose="020B0502020104020203"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dirty="0"/>
          </a:p>
        </p:txBody>
      </p:sp>
      <p:sp>
        <p:nvSpPr>
          <p:cNvPr id="5" name="Date Placeholder 3"/>
          <p:cNvSpPr>
            <a:spLocks noGrp="1"/>
          </p:cNvSpPr>
          <p:nvPr>
            <p:ph type="dt" sz="half" idx="10"/>
          </p:nvPr>
        </p:nvSpPr>
        <p:spPr>
          <a:xfrm>
            <a:off x="9616017" y="6356351"/>
            <a:ext cx="2336800" cy="365125"/>
          </a:xfrm>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7EE40F6F-493F-4869-BCA7-FB23B7D2463E}" type="slidenum">
              <a:rPr lang="en-US" altLang="en-US"/>
              <a:pPr/>
              <a:t>‹#›</a:t>
            </a:fld>
            <a:endParaRPr lang="en-US" altLang="en-US"/>
          </a:p>
        </p:txBody>
      </p:sp>
    </p:spTree>
    <p:extLst>
      <p:ext uri="{BB962C8B-B14F-4D97-AF65-F5344CB8AC3E}">
        <p14:creationId xmlns:p14="http://schemas.microsoft.com/office/powerpoint/2010/main" val="6961835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5" name="Rectangle 4"/>
          <p:cNvSpPr/>
          <p:nvPr/>
        </p:nvSpPr>
        <p:spPr>
          <a:xfrm>
            <a:off x="4250268" y="268289"/>
            <a:ext cx="7558617" cy="25606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6" name="Rectangle 5"/>
          <p:cNvSpPr/>
          <p:nvPr/>
        </p:nvSpPr>
        <p:spPr>
          <a:xfrm>
            <a:off x="357718" y="268288"/>
            <a:ext cx="245533" cy="3886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ctrTitle"/>
          </p:nvPr>
        </p:nvSpPr>
        <p:spPr>
          <a:xfrm>
            <a:off x="4267200" y="4171950"/>
            <a:ext cx="7277225" cy="1085850"/>
          </a:xfrm>
        </p:spPr>
        <p:txBody>
          <a:bodyPr>
            <a:normAutofit/>
          </a:bodyPr>
          <a:lstStyle>
            <a:lvl1pPr>
              <a:defRPr sz="4600"/>
            </a:lvl1pPr>
          </a:lstStyle>
          <a:p>
            <a:r>
              <a:rPr lang="en-US" smtClean="0"/>
              <a:t>Click to edit Master title style</a:t>
            </a:r>
            <a:endParaRPr/>
          </a:p>
        </p:txBody>
      </p:sp>
      <p:sp>
        <p:nvSpPr>
          <p:cNvPr id="3" name="Subtitle 2"/>
          <p:cNvSpPr>
            <a:spLocks noGrp="1"/>
          </p:cNvSpPr>
          <p:nvPr>
            <p:ph type="subTitle" idx="1"/>
          </p:nvPr>
        </p:nvSpPr>
        <p:spPr>
          <a:xfrm>
            <a:off x="4267201" y="5257800"/>
            <a:ext cx="7277224" cy="618565"/>
          </a:xfrm>
        </p:spPr>
        <p:txBody>
          <a:bodyPr>
            <a:normAutofit/>
          </a:bodyPr>
          <a:lstStyle>
            <a:lvl1pPr marL="0" indent="0" algn="l">
              <a:spcBef>
                <a:spcPct val="0"/>
              </a:spcBef>
              <a:buNone/>
              <a:defRPr sz="1600">
                <a:solidFill>
                  <a:schemeClr val="tx2"/>
                </a:solidFill>
              </a:defRPr>
            </a:lvl1pPr>
            <a:lvl2pPr marL="457200" indent="0" algn="ctr">
              <a:spcBef>
                <a:spcPct val="0"/>
              </a:spcBef>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9" name="Picture Placeholder 8"/>
          <p:cNvSpPr>
            <a:spLocks noGrp="1"/>
          </p:cNvSpPr>
          <p:nvPr>
            <p:ph type="pic" sz="quarter" idx="13"/>
          </p:nvPr>
        </p:nvSpPr>
        <p:spPr>
          <a:xfrm>
            <a:off x="4267201" y="2877671"/>
            <a:ext cx="7529156" cy="1280160"/>
          </a:xfrm>
        </p:spPr>
        <p:txBody>
          <a:bodyPr rtlCol="0">
            <a:normAutofit/>
          </a:bodyPr>
          <a:lstStyle>
            <a:lvl1pPr>
              <a:buNone/>
              <a:defRPr/>
            </a:lvl1pPr>
          </a:lstStyle>
          <a:p>
            <a:pPr lvl="0"/>
            <a:r>
              <a:rPr lang="en-US" noProof="0" smtClean="0"/>
              <a:t>Drag picture to placeholder or click icon to add</a:t>
            </a:r>
            <a:endParaRPr noProof="0"/>
          </a:p>
        </p:txBody>
      </p:sp>
      <p:sp>
        <p:nvSpPr>
          <p:cNvPr id="7" name="Date Placeholder 3"/>
          <p:cNvSpPr>
            <a:spLocks noGrp="1"/>
          </p:cNvSpPr>
          <p:nvPr>
            <p:ph type="dt" sz="half" idx="14"/>
          </p:nvPr>
        </p:nvSpPr>
        <p:spPr>
          <a:xfrm>
            <a:off x="4368800" y="390526"/>
            <a:ext cx="7332133" cy="365125"/>
          </a:xfrm>
        </p:spPr>
        <p:txBody>
          <a:bodyPr/>
          <a:lstStyle>
            <a:lvl1pPr>
              <a:defRPr sz="2200" b="0" baseline="0">
                <a:solidFill>
                  <a:schemeClr val="bg1"/>
                </a:solidFill>
              </a:defRPr>
            </a:lvl1pPr>
          </a:lstStyle>
          <a:p>
            <a:pPr>
              <a:defRPr/>
            </a:pPr>
            <a:endParaRPr lang="en-US"/>
          </a:p>
        </p:txBody>
      </p:sp>
      <p:sp>
        <p:nvSpPr>
          <p:cNvPr id="8" name="Footer Placeholder 4"/>
          <p:cNvSpPr>
            <a:spLocks noGrp="1"/>
          </p:cNvSpPr>
          <p:nvPr>
            <p:ph type="ftr" sz="quarter" idx="15"/>
          </p:nvPr>
        </p:nvSpPr>
        <p:spPr>
          <a:xfrm>
            <a:off x="4284134" y="6356351"/>
            <a:ext cx="6314017" cy="365125"/>
          </a:xfrm>
        </p:spPr>
        <p:txBody>
          <a:bodyPr/>
          <a:lstStyle>
            <a:lvl1pPr>
              <a:defRPr/>
            </a:lvl1pPr>
          </a:lstStyle>
          <a:p>
            <a:pPr>
              <a:defRPr/>
            </a:pPr>
            <a:endParaRPr lang="en-US"/>
          </a:p>
        </p:txBody>
      </p:sp>
      <p:sp>
        <p:nvSpPr>
          <p:cNvPr id="10" name="Slide Number Placeholder 5"/>
          <p:cNvSpPr>
            <a:spLocks noGrp="1"/>
          </p:cNvSpPr>
          <p:nvPr>
            <p:ph type="sldNum" sz="quarter" idx="16"/>
          </p:nvPr>
        </p:nvSpPr>
        <p:spPr>
          <a:xfrm>
            <a:off x="11021484" y="6356351"/>
            <a:ext cx="914400" cy="365125"/>
          </a:xfrm>
        </p:spPr>
        <p:txBody>
          <a:bodyPr/>
          <a:lstStyle>
            <a:lvl1pPr>
              <a:defRPr sz="1100">
                <a:solidFill>
                  <a:srgbClr val="858585"/>
                </a:solidFill>
                <a:latin typeface="Century Gothic" panose="020B0502020202020204" pitchFamily="34" charset="0"/>
              </a:defRPr>
            </a:lvl1pPr>
          </a:lstStyle>
          <a:p>
            <a:fld id="{33651444-B057-4FDC-9799-80261E5777F8}" type="slidenum">
              <a:rPr lang="en-US" altLang="en-US"/>
              <a:pPr/>
              <a:t>‹#›</a:t>
            </a:fld>
            <a:endParaRPr lang="en-US" altLang="en-US"/>
          </a:p>
        </p:txBody>
      </p:sp>
    </p:spTree>
    <p:extLst>
      <p:ext uri="{BB962C8B-B14F-4D97-AF65-F5344CB8AC3E}">
        <p14:creationId xmlns:p14="http://schemas.microsoft.com/office/powerpoint/2010/main" val="24018286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Content, and Picture">
    <p:spTree>
      <p:nvGrpSpPr>
        <p:cNvPr id="1" name=""/>
        <p:cNvGrpSpPr/>
        <p:nvPr/>
      </p:nvGrpSpPr>
      <p:grpSpPr>
        <a:xfrm>
          <a:off x="0" y="0"/>
          <a:ext cx="0" cy="0"/>
          <a:chOff x="0" y="0"/>
          <a:chExt cx="0" cy="0"/>
        </a:xfrm>
      </p:grpSpPr>
      <p:sp>
        <p:nvSpPr>
          <p:cNvPr id="5" name="Rectangle 4"/>
          <p:cNvSpPr/>
          <p:nvPr/>
        </p:nvSpPr>
        <p:spPr>
          <a:xfrm>
            <a:off x="359833" y="268289"/>
            <a:ext cx="2194984" cy="16462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title"/>
          </p:nvPr>
        </p:nvSpPr>
        <p:spPr>
          <a:xfrm>
            <a:off x="2904565" y="914400"/>
            <a:ext cx="8677836" cy="1143000"/>
          </a:xfrm>
        </p:spPr>
        <p:txBody>
          <a:bodyPr/>
          <a:lstStyle/>
          <a:p>
            <a:r>
              <a:rPr lang="en-US" smtClean="0"/>
              <a:t>Click to edit Master title style</a:t>
            </a:r>
            <a:endParaRPr/>
          </a:p>
        </p:txBody>
      </p:sp>
      <p:sp>
        <p:nvSpPr>
          <p:cNvPr id="3" name="Content Placeholder 2"/>
          <p:cNvSpPr>
            <a:spLocks noGrp="1"/>
          </p:cNvSpPr>
          <p:nvPr>
            <p:ph idx="1"/>
          </p:nvPr>
        </p:nvSpPr>
        <p:spPr>
          <a:xfrm>
            <a:off x="2904565" y="2209801"/>
            <a:ext cx="8677836" cy="3916363"/>
          </a:xfrm>
        </p:spPr>
        <p:txBody>
          <a:bodyPr/>
          <a:lstStyle>
            <a:lvl5pP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9" name="Picture Placeholder 8"/>
          <p:cNvSpPr>
            <a:spLocks noGrp="1"/>
          </p:cNvSpPr>
          <p:nvPr>
            <p:ph type="pic" sz="quarter" idx="13"/>
          </p:nvPr>
        </p:nvSpPr>
        <p:spPr>
          <a:xfrm>
            <a:off x="359833" y="1976718"/>
            <a:ext cx="2194560" cy="4625788"/>
          </a:xfrm>
        </p:spPr>
        <p:txBody>
          <a:bodyPr rtlCol="0">
            <a:normAutofit/>
          </a:bodyPr>
          <a:lstStyle>
            <a:lvl1pPr>
              <a:buNone/>
              <a:defRPr/>
            </a:lvl1pPr>
          </a:lstStyle>
          <a:p>
            <a:pPr lvl="0"/>
            <a:r>
              <a:rPr lang="en-US" noProof="0" smtClean="0"/>
              <a:t>Drag picture to placeholder or click icon to add</a:t>
            </a:r>
            <a:endParaRPr noProof="0"/>
          </a:p>
        </p:txBody>
      </p:sp>
      <p:sp>
        <p:nvSpPr>
          <p:cNvPr id="6" name="Date Placeholder 3"/>
          <p:cNvSpPr>
            <a:spLocks noGrp="1"/>
          </p:cNvSpPr>
          <p:nvPr>
            <p:ph type="dt" sz="half" idx="14"/>
          </p:nvPr>
        </p:nvSpPr>
        <p:spPr>
          <a:xfrm>
            <a:off x="9616017" y="6356351"/>
            <a:ext cx="2336800" cy="365125"/>
          </a:xfrm>
        </p:spPr>
        <p:txBody>
          <a:bodyPr/>
          <a:lstStyle>
            <a:lvl1pPr>
              <a:defRPr/>
            </a:lvl1pPr>
          </a:lstStyle>
          <a:p>
            <a:pPr>
              <a:defRPr/>
            </a:pPr>
            <a:endParaRPr lang="en-US"/>
          </a:p>
        </p:txBody>
      </p:sp>
      <p:sp>
        <p:nvSpPr>
          <p:cNvPr id="7" name="Footer Placeholder 4"/>
          <p:cNvSpPr>
            <a:spLocks noGrp="1"/>
          </p:cNvSpPr>
          <p:nvPr>
            <p:ph type="ftr" sz="quarter" idx="15"/>
          </p:nvPr>
        </p:nvSpPr>
        <p:spPr>
          <a:xfrm>
            <a:off x="2904067" y="6356351"/>
            <a:ext cx="6570133" cy="365125"/>
          </a:xfrm>
        </p:spPr>
        <p:txBody>
          <a:bodyPr/>
          <a:lstStyle>
            <a:lvl1pPr>
              <a:defRPr/>
            </a:lvl1pPr>
          </a:lstStyle>
          <a:p>
            <a:pPr>
              <a:defRPr/>
            </a:pPr>
            <a:endParaRPr lang="en-US"/>
          </a:p>
        </p:txBody>
      </p:sp>
      <p:sp>
        <p:nvSpPr>
          <p:cNvPr id="8" name="Slide Number Placeholder 5"/>
          <p:cNvSpPr>
            <a:spLocks noGrp="1"/>
          </p:cNvSpPr>
          <p:nvPr>
            <p:ph type="sldNum" sz="quarter" idx="16"/>
          </p:nvPr>
        </p:nvSpPr>
        <p:spPr>
          <a:xfrm>
            <a:off x="442384" y="360364"/>
            <a:ext cx="675216" cy="365125"/>
          </a:xfrm>
        </p:spPr>
        <p:txBody>
          <a:bodyPr/>
          <a:lstStyle>
            <a:lvl1pPr>
              <a:defRPr/>
            </a:lvl1pPr>
          </a:lstStyle>
          <a:p>
            <a:fld id="{18FE587C-8142-439F-9E27-98EFC3123717}" type="slidenum">
              <a:rPr lang="en-US" altLang="en-US"/>
              <a:pPr/>
              <a:t>‹#›</a:t>
            </a:fld>
            <a:endParaRPr lang="en-US" altLang="en-US"/>
          </a:p>
        </p:txBody>
      </p:sp>
    </p:spTree>
    <p:extLst>
      <p:ext uri="{BB962C8B-B14F-4D97-AF65-F5344CB8AC3E}">
        <p14:creationId xmlns:p14="http://schemas.microsoft.com/office/powerpoint/2010/main" val="26460046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Rectangle 3"/>
          <p:cNvSpPr/>
          <p:nvPr/>
        </p:nvSpPr>
        <p:spPr>
          <a:xfrm>
            <a:off x="10346267" y="268288"/>
            <a:ext cx="1464733" cy="635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title"/>
          </p:nvPr>
        </p:nvSpPr>
        <p:spPr>
          <a:xfrm>
            <a:off x="2946401" y="3429000"/>
            <a:ext cx="6621928" cy="1398494"/>
          </a:xfrm>
        </p:spPr>
        <p:txBody>
          <a:bodyPr/>
          <a:lstStyle>
            <a:lvl1pPr algn="r">
              <a:defRPr sz="4600" b="0" cap="none" baseline="0"/>
            </a:lvl1pPr>
          </a:lstStyle>
          <a:p>
            <a:r>
              <a:rPr lang="en-US" smtClean="0"/>
              <a:t>Click to edit Master title style</a:t>
            </a:r>
            <a:endParaRPr/>
          </a:p>
        </p:txBody>
      </p:sp>
      <p:sp>
        <p:nvSpPr>
          <p:cNvPr id="3" name="Text Placeholder 2"/>
          <p:cNvSpPr>
            <a:spLocks noGrp="1"/>
          </p:cNvSpPr>
          <p:nvPr>
            <p:ph type="body" idx="1"/>
          </p:nvPr>
        </p:nvSpPr>
        <p:spPr>
          <a:xfrm>
            <a:off x="2946401" y="4824414"/>
            <a:ext cx="6621928" cy="1320800"/>
          </a:xfrm>
        </p:spPr>
        <p:txBody>
          <a:bodyPr>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5" name="Date Placeholder 3"/>
          <p:cNvSpPr>
            <a:spLocks noGrp="1"/>
          </p:cNvSpPr>
          <p:nvPr>
            <p:ph type="dt" sz="half" idx="10"/>
          </p:nvPr>
        </p:nvSpPr>
        <p:spPr>
          <a:xfrm>
            <a:off x="7416801" y="6356351"/>
            <a:ext cx="2163233" cy="365125"/>
          </a:xfrm>
        </p:spPr>
        <p:txBody>
          <a:bodyPr/>
          <a:lstStyle>
            <a:lvl1pPr>
              <a:defRPr/>
            </a:lvl1pPr>
          </a:lstStyle>
          <a:p>
            <a:pPr>
              <a:defRPr/>
            </a:pPr>
            <a:endParaRPr lang="en-US"/>
          </a:p>
        </p:txBody>
      </p:sp>
      <p:sp>
        <p:nvSpPr>
          <p:cNvPr id="6" name="Footer Placeholder 4"/>
          <p:cNvSpPr>
            <a:spLocks noGrp="1"/>
          </p:cNvSpPr>
          <p:nvPr>
            <p:ph type="ftr" sz="quarter" idx="11"/>
          </p:nvPr>
        </p:nvSpPr>
        <p:spPr>
          <a:xfrm>
            <a:off x="232834" y="6356351"/>
            <a:ext cx="7082367" cy="365125"/>
          </a:xfrm>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6E55DA0A-0CDB-4598-9980-667B8FA34EEE}" type="slidenum">
              <a:rPr lang="en-US" altLang="en-US"/>
              <a:pPr/>
              <a:t>‹#›</a:t>
            </a:fld>
            <a:endParaRPr lang="en-US" altLang="en-US"/>
          </a:p>
        </p:txBody>
      </p:sp>
    </p:spTree>
    <p:extLst>
      <p:ext uri="{BB962C8B-B14F-4D97-AF65-F5344CB8AC3E}">
        <p14:creationId xmlns:p14="http://schemas.microsoft.com/office/powerpoint/2010/main" val="3332598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5" name="Rectangle 4"/>
          <p:cNvSpPr/>
          <p:nvPr/>
        </p:nvSpPr>
        <p:spPr>
          <a:xfrm>
            <a:off x="359833" y="4773614"/>
            <a:ext cx="3962400" cy="18446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title"/>
          </p:nvPr>
        </p:nvSpPr>
        <p:spPr>
          <a:xfrm>
            <a:off x="4960472" y="3429001"/>
            <a:ext cx="6621928" cy="1398494"/>
          </a:xfrm>
        </p:spPr>
        <p:txBody>
          <a:bodyPr/>
          <a:lstStyle>
            <a:lvl1pPr algn="r">
              <a:defRPr sz="4600" b="0" cap="none" baseline="0"/>
            </a:lvl1pPr>
          </a:lstStyle>
          <a:p>
            <a:r>
              <a:rPr lang="en-US" smtClean="0"/>
              <a:t>Click to edit Master title style</a:t>
            </a:r>
            <a:endParaRPr/>
          </a:p>
        </p:txBody>
      </p:sp>
      <p:sp>
        <p:nvSpPr>
          <p:cNvPr id="3" name="Text Placeholder 2"/>
          <p:cNvSpPr>
            <a:spLocks noGrp="1"/>
          </p:cNvSpPr>
          <p:nvPr>
            <p:ph type="body" idx="1"/>
          </p:nvPr>
        </p:nvSpPr>
        <p:spPr>
          <a:xfrm>
            <a:off x="4960472" y="4824414"/>
            <a:ext cx="6621928" cy="1320800"/>
          </a:xfrm>
        </p:spPr>
        <p:txBody>
          <a:bodyPr>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9" name="Picture Placeholder 8"/>
          <p:cNvSpPr>
            <a:spLocks noGrp="1"/>
          </p:cNvSpPr>
          <p:nvPr>
            <p:ph type="pic" sz="quarter" idx="13"/>
          </p:nvPr>
        </p:nvSpPr>
        <p:spPr>
          <a:xfrm>
            <a:off x="359832" y="268288"/>
            <a:ext cx="3962400" cy="4438650"/>
          </a:xfrm>
        </p:spPr>
        <p:txBody>
          <a:bodyPr rtlCol="0">
            <a:normAutofit/>
          </a:bodyPr>
          <a:lstStyle>
            <a:lvl1pPr>
              <a:buNone/>
              <a:defRPr/>
            </a:lvl1pPr>
          </a:lstStyle>
          <a:p>
            <a:pPr lvl="0"/>
            <a:r>
              <a:rPr lang="en-US" noProof="0" smtClean="0"/>
              <a:t>Drag picture to placeholder or click icon to add</a:t>
            </a:r>
            <a:endParaRPr noProof="0"/>
          </a:p>
        </p:txBody>
      </p:sp>
      <p:sp>
        <p:nvSpPr>
          <p:cNvPr id="6" name="Slide Number Placeholder 5"/>
          <p:cNvSpPr>
            <a:spLocks noGrp="1"/>
          </p:cNvSpPr>
          <p:nvPr>
            <p:ph type="sldNum" sz="quarter" idx="14"/>
          </p:nvPr>
        </p:nvSpPr>
        <p:spPr>
          <a:xfrm>
            <a:off x="467784" y="6105526"/>
            <a:ext cx="675216" cy="365125"/>
          </a:xfrm>
        </p:spPr>
        <p:txBody>
          <a:bodyPr/>
          <a:lstStyle>
            <a:lvl1pPr>
              <a:defRPr/>
            </a:lvl1pPr>
          </a:lstStyle>
          <a:p>
            <a:fld id="{DF262CBB-E632-4E78-B71D-4635367A75CF}" type="slidenum">
              <a:rPr lang="en-US" altLang="en-US"/>
              <a:pPr/>
              <a:t>‹#›</a:t>
            </a:fld>
            <a:endParaRPr lang="en-US" altLang="en-US"/>
          </a:p>
        </p:txBody>
      </p:sp>
    </p:spTree>
    <p:extLst>
      <p:ext uri="{BB962C8B-B14F-4D97-AF65-F5344CB8AC3E}">
        <p14:creationId xmlns:p14="http://schemas.microsoft.com/office/powerpoint/2010/main" val="23529388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Rectangle 4"/>
          <p:cNvSpPr/>
          <p:nvPr/>
        </p:nvSpPr>
        <p:spPr>
          <a:xfrm>
            <a:off x="10864852" y="268289"/>
            <a:ext cx="958849" cy="16462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title"/>
          </p:nvPr>
        </p:nvSpPr>
        <p:spPr>
          <a:xfrm>
            <a:off x="609600" y="914400"/>
            <a:ext cx="9855201" cy="1143000"/>
          </a:xfrm>
        </p:spPr>
        <p:txBody>
          <a:bodyPr/>
          <a:lstStyle/>
          <a:p>
            <a:r>
              <a:rPr lang="en-US" smtClean="0"/>
              <a:t>Click to edit Master title style</a:t>
            </a:r>
            <a:endParaRPr/>
          </a:p>
        </p:txBody>
      </p:sp>
      <p:sp>
        <p:nvSpPr>
          <p:cNvPr id="3" name="Content Placeholder 2"/>
          <p:cNvSpPr>
            <a:spLocks noGrp="1"/>
          </p:cNvSpPr>
          <p:nvPr>
            <p:ph sz="half" idx="1"/>
          </p:nvPr>
        </p:nvSpPr>
        <p:spPr>
          <a:xfrm>
            <a:off x="60960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Content Placeholder 3"/>
          <p:cNvSpPr>
            <a:spLocks noGrp="1"/>
          </p:cNvSpPr>
          <p:nvPr>
            <p:ph sz="half" idx="2"/>
          </p:nvPr>
        </p:nvSpPr>
        <p:spPr>
          <a:xfrm>
            <a:off x="570992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6" name="Date Placeholder 4"/>
          <p:cNvSpPr>
            <a:spLocks noGrp="1"/>
          </p:cNvSpPr>
          <p:nvPr>
            <p:ph type="dt" sz="half" idx="10"/>
          </p:nvPr>
        </p:nvSpPr>
        <p:spPr/>
        <p:txBody>
          <a:bodyPr/>
          <a:lstStyle>
            <a:lvl1pPr>
              <a:defRPr/>
            </a:lvl1pPr>
          </a:lstStyle>
          <a:p>
            <a:pPr>
              <a:defRPr/>
            </a:pPr>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fld id="{505DF458-1D7C-45A5-B4B0-231718192E20}" type="slidenum">
              <a:rPr lang="en-US" altLang="en-US"/>
              <a:pPr/>
              <a:t>‹#›</a:t>
            </a:fld>
            <a:endParaRPr lang="en-US" altLang="en-US"/>
          </a:p>
        </p:txBody>
      </p:sp>
    </p:spTree>
    <p:extLst>
      <p:ext uri="{BB962C8B-B14F-4D97-AF65-F5344CB8AC3E}">
        <p14:creationId xmlns:p14="http://schemas.microsoft.com/office/powerpoint/2010/main" val="10956568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7" name="Rectangle 6"/>
          <p:cNvSpPr/>
          <p:nvPr/>
        </p:nvSpPr>
        <p:spPr>
          <a:xfrm>
            <a:off x="10864852" y="268289"/>
            <a:ext cx="958849" cy="16462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title"/>
          </p:nvPr>
        </p:nvSpPr>
        <p:spPr>
          <a:xfrm>
            <a:off x="609599" y="914400"/>
            <a:ext cx="9851136" cy="1143000"/>
          </a:xfrm>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609600" y="2054132"/>
            <a:ext cx="475488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689412"/>
            <a:ext cx="475488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Text Placeholder 4"/>
          <p:cNvSpPr>
            <a:spLocks noGrp="1"/>
          </p:cNvSpPr>
          <p:nvPr>
            <p:ph type="body" sz="quarter" idx="3"/>
          </p:nvPr>
        </p:nvSpPr>
        <p:spPr>
          <a:xfrm>
            <a:off x="5705855" y="2054132"/>
            <a:ext cx="475488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705855" y="2689412"/>
            <a:ext cx="475488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8" name="Date Placeholder 6"/>
          <p:cNvSpPr>
            <a:spLocks noGrp="1"/>
          </p:cNvSpPr>
          <p:nvPr>
            <p:ph type="dt" sz="half" idx="10"/>
          </p:nvPr>
        </p:nvSpPr>
        <p:spPr/>
        <p:txBody>
          <a:bodyPr/>
          <a:lstStyle>
            <a:lvl1pPr>
              <a:defRPr/>
            </a:lvl1pPr>
          </a:lstStyle>
          <a:p>
            <a:pPr>
              <a:defRPr/>
            </a:pPr>
            <a:endParaRPr lang="en-US"/>
          </a:p>
        </p:txBody>
      </p:sp>
      <p:sp>
        <p:nvSpPr>
          <p:cNvPr id="9" name="Footer Placeholder 7"/>
          <p:cNvSpPr>
            <a:spLocks noGrp="1"/>
          </p:cNvSpPr>
          <p:nvPr>
            <p:ph type="ftr" sz="quarter" idx="11"/>
          </p:nvPr>
        </p:nvSpPr>
        <p:spPr/>
        <p:txBody>
          <a:bodyPr/>
          <a:lstStyle>
            <a:lvl1pPr>
              <a:defRPr/>
            </a:lvl1pPr>
          </a:lstStyle>
          <a:p>
            <a:pPr>
              <a:defRPr/>
            </a:pPr>
            <a:endParaRPr lang="en-US"/>
          </a:p>
        </p:txBody>
      </p:sp>
      <p:sp>
        <p:nvSpPr>
          <p:cNvPr id="10" name="Slide Number Placeholder 8"/>
          <p:cNvSpPr>
            <a:spLocks noGrp="1"/>
          </p:cNvSpPr>
          <p:nvPr>
            <p:ph type="sldNum" sz="quarter" idx="12"/>
          </p:nvPr>
        </p:nvSpPr>
        <p:spPr/>
        <p:txBody>
          <a:bodyPr/>
          <a:lstStyle>
            <a:lvl1pPr>
              <a:defRPr/>
            </a:lvl1pPr>
          </a:lstStyle>
          <a:p>
            <a:fld id="{249498C2-58CB-4CAE-97F1-C34D2D32B0C8}" type="slidenum">
              <a:rPr lang="en-US" altLang="en-US"/>
              <a:pPr/>
              <a:t>‹#›</a:t>
            </a:fld>
            <a:endParaRPr lang="en-US" altLang="en-US"/>
          </a:p>
        </p:txBody>
      </p:sp>
    </p:spTree>
    <p:extLst>
      <p:ext uri="{BB962C8B-B14F-4D97-AF65-F5344CB8AC3E}">
        <p14:creationId xmlns:p14="http://schemas.microsoft.com/office/powerpoint/2010/main" val="3933385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5" name="Rectangle 4"/>
          <p:cNvSpPr/>
          <p:nvPr/>
        </p:nvSpPr>
        <p:spPr>
          <a:xfrm>
            <a:off x="10864852" y="268289"/>
            <a:ext cx="958849" cy="16462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title"/>
          </p:nvPr>
        </p:nvSpPr>
        <p:spPr>
          <a:xfrm>
            <a:off x="609600" y="914400"/>
            <a:ext cx="9855201" cy="1143000"/>
          </a:xfrm>
        </p:spPr>
        <p:txBody>
          <a:bodyPr/>
          <a:lstStyle/>
          <a:p>
            <a:r>
              <a:rPr lang="en-US" smtClean="0"/>
              <a:t>Click to edit Master title style</a:t>
            </a:r>
            <a:endParaRPr/>
          </a:p>
        </p:txBody>
      </p:sp>
      <p:sp>
        <p:nvSpPr>
          <p:cNvPr id="3" name="Content Placeholder 2"/>
          <p:cNvSpPr>
            <a:spLocks noGrp="1"/>
          </p:cNvSpPr>
          <p:nvPr>
            <p:ph sz="half" idx="1"/>
          </p:nvPr>
        </p:nvSpPr>
        <p:spPr>
          <a:xfrm>
            <a:off x="609599" y="2214562"/>
            <a:ext cx="9861551"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9" name="Content Placeholder 2"/>
          <p:cNvSpPr>
            <a:spLocks noGrp="1"/>
          </p:cNvSpPr>
          <p:nvPr>
            <p:ph sz="half" idx="13"/>
          </p:nvPr>
        </p:nvSpPr>
        <p:spPr>
          <a:xfrm>
            <a:off x="609599" y="4224973"/>
            <a:ext cx="9861551"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6" name="Date Placeholder 4"/>
          <p:cNvSpPr>
            <a:spLocks noGrp="1"/>
          </p:cNvSpPr>
          <p:nvPr>
            <p:ph type="dt" sz="half" idx="14"/>
          </p:nvPr>
        </p:nvSpPr>
        <p:spPr/>
        <p:txBody>
          <a:bodyPr/>
          <a:lstStyle>
            <a:lvl1pPr>
              <a:defRPr/>
            </a:lvl1pPr>
          </a:lstStyle>
          <a:p>
            <a:pPr>
              <a:defRPr/>
            </a:pPr>
            <a:endParaRPr lang="en-US"/>
          </a:p>
        </p:txBody>
      </p:sp>
      <p:sp>
        <p:nvSpPr>
          <p:cNvPr id="7" name="Footer Placeholder 5"/>
          <p:cNvSpPr>
            <a:spLocks noGrp="1"/>
          </p:cNvSpPr>
          <p:nvPr>
            <p:ph type="ftr" sz="quarter" idx="15"/>
          </p:nvPr>
        </p:nvSpPr>
        <p:spPr/>
        <p:txBody>
          <a:bodyPr/>
          <a:lstStyle>
            <a:lvl1pPr>
              <a:defRPr/>
            </a:lvl1pPr>
          </a:lstStyle>
          <a:p>
            <a:pPr>
              <a:defRPr/>
            </a:pPr>
            <a:endParaRPr lang="en-US"/>
          </a:p>
        </p:txBody>
      </p:sp>
      <p:sp>
        <p:nvSpPr>
          <p:cNvPr id="8" name="Slide Number Placeholder 6"/>
          <p:cNvSpPr>
            <a:spLocks noGrp="1"/>
          </p:cNvSpPr>
          <p:nvPr>
            <p:ph type="sldNum" sz="quarter" idx="16"/>
          </p:nvPr>
        </p:nvSpPr>
        <p:spPr/>
        <p:txBody>
          <a:bodyPr/>
          <a:lstStyle>
            <a:lvl1pPr>
              <a:defRPr/>
            </a:lvl1pPr>
          </a:lstStyle>
          <a:p>
            <a:fld id="{F54EFC5B-9B8D-4A82-BB4B-7871F6A1FBBD}" type="slidenum">
              <a:rPr lang="en-US" altLang="en-US"/>
              <a:pPr/>
              <a:t>‹#›</a:t>
            </a:fld>
            <a:endParaRPr lang="en-US" altLang="en-US"/>
          </a:p>
        </p:txBody>
      </p:sp>
    </p:spTree>
    <p:extLst>
      <p:ext uri="{BB962C8B-B14F-4D97-AF65-F5344CB8AC3E}">
        <p14:creationId xmlns:p14="http://schemas.microsoft.com/office/powerpoint/2010/main" val="35660870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6" name="Rectangle 5"/>
          <p:cNvSpPr/>
          <p:nvPr/>
        </p:nvSpPr>
        <p:spPr>
          <a:xfrm>
            <a:off x="10864852" y="268289"/>
            <a:ext cx="958849" cy="16462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title"/>
          </p:nvPr>
        </p:nvSpPr>
        <p:spPr>
          <a:xfrm>
            <a:off x="609600" y="914400"/>
            <a:ext cx="9855201" cy="1143000"/>
          </a:xfrm>
        </p:spPr>
        <p:txBody>
          <a:bodyPr/>
          <a:lstStyle/>
          <a:p>
            <a:r>
              <a:rPr lang="en-US" smtClean="0"/>
              <a:t>Click to edit Master title style</a:t>
            </a:r>
            <a:endParaRPr/>
          </a:p>
        </p:txBody>
      </p:sp>
      <p:sp>
        <p:nvSpPr>
          <p:cNvPr id="3" name="Content Placeholder 2"/>
          <p:cNvSpPr>
            <a:spLocks noGrp="1"/>
          </p:cNvSpPr>
          <p:nvPr>
            <p:ph sz="half" idx="1"/>
          </p:nvPr>
        </p:nvSpPr>
        <p:spPr>
          <a:xfrm>
            <a:off x="570992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9" name="Content Placeholder 2"/>
          <p:cNvSpPr>
            <a:spLocks noGrp="1"/>
          </p:cNvSpPr>
          <p:nvPr>
            <p:ph sz="half" idx="13"/>
          </p:nvPr>
        </p:nvSpPr>
        <p:spPr>
          <a:xfrm>
            <a:off x="570992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10" name="Content Placeholder 2"/>
          <p:cNvSpPr>
            <a:spLocks noGrp="1"/>
          </p:cNvSpPr>
          <p:nvPr>
            <p:ph sz="half" idx="14"/>
          </p:nvPr>
        </p:nvSpPr>
        <p:spPr>
          <a:xfrm>
            <a:off x="60960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7" name="Date Placeholder 4"/>
          <p:cNvSpPr>
            <a:spLocks noGrp="1"/>
          </p:cNvSpPr>
          <p:nvPr>
            <p:ph type="dt" sz="half" idx="15"/>
          </p:nvPr>
        </p:nvSpPr>
        <p:spPr/>
        <p:txBody>
          <a:bodyPr/>
          <a:lstStyle>
            <a:lvl1pPr>
              <a:defRPr/>
            </a:lvl1pPr>
          </a:lstStyle>
          <a:p>
            <a:pPr>
              <a:defRPr/>
            </a:pPr>
            <a:endParaRPr lang="en-US"/>
          </a:p>
        </p:txBody>
      </p:sp>
      <p:sp>
        <p:nvSpPr>
          <p:cNvPr id="8" name="Footer Placeholder 5"/>
          <p:cNvSpPr>
            <a:spLocks noGrp="1"/>
          </p:cNvSpPr>
          <p:nvPr>
            <p:ph type="ftr" sz="quarter" idx="16"/>
          </p:nvPr>
        </p:nvSpPr>
        <p:spPr/>
        <p:txBody>
          <a:bodyPr/>
          <a:lstStyle>
            <a:lvl1pPr>
              <a:defRPr/>
            </a:lvl1pPr>
          </a:lstStyle>
          <a:p>
            <a:pPr>
              <a:defRPr/>
            </a:pPr>
            <a:endParaRPr lang="en-US"/>
          </a:p>
        </p:txBody>
      </p:sp>
      <p:sp>
        <p:nvSpPr>
          <p:cNvPr id="11" name="Slide Number Placeholder 6"/>
          <p:cNvSpPr>
            <a:spLocks noGrp="1"/>
          </p:cNvSpPr>
          <p:nvPr>
            <p:ph type="sldNum" sz="quarter" idx="17"/>
          </p:nvPr>
        </p:nvSpPr>
        <p:spPr/>
        <p:txBody>
          <a:bodyPr/>
          <a:lstStyle>
            <a:lvl1pPr>
              <a:defRPr/>
            </a:lvl1pPr>
          </a:lstStyle>
          <a:p>
            <a:fld id="{1B6DF739-B98B-43E8-A34D-42D6C7073B4E}" type="slidenum">
              <a:rPr lang="en-US" altLang="en-US"/>
              <a:pPr/>
              <a:t>‹#›</a:t>
            </a:fld>
            <a:endParaRPr lang="en-US" altLang="en-US"/>
          </a:p>
        </p:txBody>
      </p:sp>
    </p:spTree>
    <p:extLst>
      <p:ext uri="{BB962C8B-B14F-4D97-AF65-F5344CB8AC3E}">
        <p14:creationId xmlns:p14="http://schemas.microsoft.com/office/powerpoint/2010/main" val="35686715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7" name="Rectangle 6"/>
          <p:cNvSpPr/>
          <p:nvPr/>
        </p:nvSpPr>
        <p:spPr>
          <a:xfrm>
            <a:off x="10864852" y="268289"/>
            <a:ext cx="958849" cy="16462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title"/>
          </p:nvPr>
        </p:nvSpPr>
        <p:spPr>
          <a:xfrm>
            <a:off x="609600" y="914400"/>
            <a:ext cx="9855201" cy="1143000"/>
          </a:xfrm>
        </p:spPr>
        <p:txBody>
          <a:bodyPr/>
          <a:lstStyle/>
          <a:p>
            <a:r>
              <a:rPr lang="en-US" smtClean="0"/>
              <a:t>Click to edit Master title style</a:t>
            </a:r>
            <a:endParaRPr/>
          </a:p>
        </p:txBody>
      </p:sp>
      <p:sp>
        <p:nvSpPr>
          <p:cNvPr id="3" name="Content Placeholder 2"/>
          <p:cNvSpPr>
            <a:spLocks noGrp="1"/>
          </p:cNvSpPr>
          <p:nvPr>
            <p:ph sz="half" idx="1"/>
          </p:nvPr>
        </p:nvSpPr>
        <p:spPr>
          <a:xfrm>
            <a:off x="570992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9" name="Content Placeholder 2"/>
          <p:cNvSpPr>
            <a:spLocks noGrp="1"/>
          </p:cNvSpPr>
          <p:nvPr>
            <p:ph sz="half" idx="13"/>
          </p:nvPr>
        </p:nvSpPr>
        <p:spPr>
          <a:xfrm>
            <a:off x="570992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11" name="Content Placeholder 2"/>
          <p:cNvSpPr>
            <a:spLocks noGrp="1"/>
          </p:cNvSpPr>
          <p:nvPr>
            <p:ph sz="half" idx="14"/>
          </p:nvPr>
        </p:nvSpPr>
        <p:spPr>
          <a:xfrm>
            <a:off x="60960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12" name="Content Placeholder 2"/>
          <p:cNvSpPr>
            <a:spLocks noGrp="1"/>
          </p:cNvSpPr>
          <p:nvPr>
            <p:ph sz="half" idx="15"/>
          </p:nvPr>
        </p:nvSpPr>
        <p:spPr>
          <a:xfrm>
            <a:off x="60960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8" name="Date Placeholder 4"/>
          <p:cNvSpPr>
            <a:spLocks noGrp="1"/>
          </p:cNvSpPr>
          <p:nvPr>
            <p:ph type="dt" sz="half" idx="16"/>
          </p:nvPr>
        </p:nvSpPr>
        <p:spPr/>
        <p:txBody>
          <a:bodyPr/>
          <a:lstStyle>
            <a:lvl1pPr>
              <a:defRPr/>
            </a:lvl1pPr>
          </a:lstStyle>
          <a:p>
            <a:pPr>
              <a:defRPr/>
            </a:pPr>
            <a:endParaRPr lang="en-US"/>
          </a:p>
        </p:txBody>
      </p:sp>
      <p:sp>
        <p:nvSpPr>
          <p:cNvPr id="10" name="Footer Placeholder 5"/>
          <p:cNvSpPr>
            <a:spLocks noGrp="1"/>
          </p:cNvSpPr>
          <p:nvPr>
            <p:ph type="ftr" sz="quarter" idx="17"/>
          </p:nvPr>
        </p:nvSpPr>
        <p:spPr/>
        <p:txBody>
          <a:bodyPr/>
          <a:lstStyle>
            <a:lvl1pPr>
              <a:defRPr/>
            </a:lvl1pPr>
          </a:lstStyle>
          <a:p>
            <a:pPr>
              <a:defRPr/>
            </a:pPr>
            <a:endParaRPr lang="en-US"/>
          </a:p>
        </p:txBody>
      </p:sp>
      <p:sp>
        <p:nvSpPr>
          <p:cNvPr id="13" name="Slide Number Placeholder 6"/>
          <p:cNvSpPr>
            <a:spLocks noGrp="1"/>
          </p:cNvSpPr>
          <p:nvPr>
            <p:ph type="sldNum" sz="quarter" idx="18"/>
          </p:nvPr>
        </p:nvSpPr>
        <p:spPr/>
        <p:txBody>
          <a:bodyPr/>
          <a:lstStyle>
            <a:lvl1pPr>
              <a:defRPr/>
            </a:lvl1pPr>
          </a:lstStyle>
          <a:p>
            <a:fld id="{616D1C0E-BBED-4DC2-8B50-A750E43D2C23}" type="slidenum">
              <a:rPr lang="en-US" altLang="en-US"/>
              <a:pPr/>
              <a:t>‹#›</a:t>
            </a:fld>
            <a:endParaRPr lang="en-US" altLang="en-US"/>
          </a:p>
        </p:txBody>
      </p:sp>
    </p:spTree>
    <p:extLst>
      <p:ext uri="{BB962C8B-B14F-4D97-AF65-F5344CB8AC3E}">
        <p14:creationId xmlns:p14="http://schemas.microsoft.com/office/powerpoint/2010/main" val="3829161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Rectangle 2"/>
          <p:cNvSpPr/>
          <p:nvPr/>
        </p:nvSpPr>
        <p:spPr>
          <a:xfrm>
            <a:off x="10864852" y="268289"/>
            <a:ext cx="958849" cy="16462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title"/>
          </p:nvPr>
        </p:nvSpPr>
        <p:spPr/>
        <p:txBody>
          <a:bodyPr/>
          <a:lstStyle/>
          <a:p>
            <a:r>
              <a:rPr lang="en-US" smtClean="0"/>
              <a:t>Click to edit Master title style</a:t>
            </a:r>
            <a:endParaRPr/>
          </a:p>
        </p:txBody>
      </p:sp>
      <p:sp>
        <p:nvSpPr>
          <p:cNvPr id="4" name="Date Placeholder 2"/>
          <p:cNvSpPr>
            <a:spLocks noGrp="1"/>
          </p:cNvSpPr>
          <p:nvPr>
            <p:ph type="dt" sz="half" idx="10"/>
          </p:nvPr>
        </p:nvSpPr>
        <p:spPr/>
        <p:txBody>
          <a:bodyPr/>
          <a:lstStyle>
            <a:lvl1pPr>
              <a:defRPr/>
            </a:lvl1pPr>
          </a:lstStyle>
          <a:p>
            <a:pPr>
              <a:defRPr/>
            </a:pPr>
            <a:endParaRPr lang="en-US"/>
          </a:p>
        </p:txBody>
      </p:sp>
      <p:sp>
        <p:nvSpPr>
          <p:cNvPr id="5" name="Footer Placeholder 3"/>
          <p:cNvSpPr>
            <a:spLocks noGrp="1"/>
          </p:cNvSpPr>
          <p:nvPr>
            <p:ph type="ftr" sz="quarter" idx="11"/>
          </p:nvPr>
        </p:nvSpPr>
        <p:spPr/>
        <p:txBody>
          <a:bodyPr/>
          <a:lstStyle>
            <a:lvl1pPr>
              <a:defRPr/>
            </a:lvl1pPr>
          </a:lstStyle>
          <a:p>
            <a:pPr>
              <a:defRPr/>
            </a:pPr>
            <a:endParaRPr lang="en-US"/>
          </a:p>
        </p:txBody>
      </p:sp>
      <p:sp>
        <p:nvSpPr>
          <p:cNvPr id="6" name="Slide Number Placeholder 4"/>
          <p:cNvSpPr>
            <a:spLocks noGrp="1"/>
          </p:cNvSpPr>
          <p:nvPr>
            <p:ph type="sldNum" sz="quarter" idx="12"/>
          </p:nvPr>
        </p:nvSpPr>
        <p:spPr/>
        <p:txBody>
          <a:bodyPr/>
          <a:lstStyle>
            <a:lvl1pPr>
              <a:defRPr/>
            </a:lvl1pPr>
          </a:lstStyle>
          <a:p>
            <a:fld id="{33DFBD5F-8CE8-4B55-BCDF-EE89E3BFFD28}" type="slidenum">
              <a:rPr lang="en-US" altLang="en-US"/>
              <a:pPr/>
              <a:t>‹#›</a:t>
            </a:fld>
            <a:endParaRPr lang="en-US" altLang="en-US"/>
          </a:p>
        </p:txBody>
      </p:sp>
    </p:spTree>
    <p:extLst>
      <p:ext uri="{BB962C8B-B14F-4D97-AF65-F5344CB8AC3E}">
        <p14:creationId xmlns:p14="http://schemas.microsoft.com/office/powerpoint/2010/main" val="19160046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p:cNvSpPr/>
          <p:nvPr/>
        </p:nvSpPr>
        <p:spPr>
          <a:xfrm>
            <a:off x="10864852" y="268289"/>
            <a:ext cx="958849" cy="5667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3" name="Date Placeholder 1"/>
          <p:cNvSpPr>
            <a:spLocks noGrp="1"/>
          </p:cNvSpPr>
          <p:nvPr>
            <p:ph type="dt" sz="half" idx="10"/>
          </p:nvPr>
        </p:nvSpPr>
        <p:spPr/>
        <p:txBody>
          <a:bodyPr/>
          <a:lstStyle>
            <a:lvl1pPr>
              <a:defRPr/>
            </a:lvl1pPr>
          </a:lstStyle>
          <a:p>
            <a:pPr>
              <a:defRPr/>
            </a:pPr>
            <a:endParaRPr lang="en-US"/>
          </a:p>
        </p:txBody>
      </p:sp>
      <p:sp>
        <p:nvSpPr>
          <p:cNvPr id="4" name="Footer Placeholder 2"/>
          <p:cNvSpPr>
            <a:spLocks noGrp="1"/>
          </p:cNvSpPr>
          <p:nvPr>
            <p:ph type="ftr" sz="quarter" idx="11"/>
          </p:nvPr>
        </p:nvSpPr>
        <p:spPr/>
        <p:txBody>
          <a:bodyPr/>
          <a:lstStyle>
            <a:lvl1pPr>
              <a:defRPr/>
            </a:lvl1pPr>
          </a:lstStyle>
          <a:p>
            <a:pPr>
              <a:defRPr/>
            </a:pPr>
            <a:endParaRPr lang="en-US"/>
          </a:p>
        </p:txBody>
      </p:sp>
      <p:sp>
        <p:nvSpPr>
          <p:cNvPr id="5" name="Slide Number Placeholder 3"/>
          <p:cNvSpPr>
            <a:spLocks noGrp="1"/>
          </p:cNvSpPr>
          <p:nvPr>
            <p:ph type="sldNum" sz="quarter" idx="12"/>
          </p:nvPr>
        </p:nvSpPr>
        <p:spPr/>
        <p:txBody>
          <a:bodyPr/>
          <a:lstStyle>
            <a:lvl1pPr>
              <a:defRPr/>
            </a:lvl1pPr>
          </a:lstStyle>
          <a:p>
            <a:fld id="{63833FF5-9C7F-49F7-97E4-E654F9B057B8}" type="slidenum">
              <a:rPr lang="en-US" altLang="en-US"/>
              <a:pPr/>
              <a:t>‹#›</a:t>
            </a:fld>
            <a:endParaRPr lang="en-US" altLang="en-US"/>
          </a:p>
        </p:txBody>
      </p:sp>
    </p:spTree>
    <p:extLst>
      <p:ext uri="{BB962C8B-B14F-4D97-AF65-F5344CB8AC3E}">
        <p14:creationId xmlns:p14="http://schemas.microsoft.com/office/powerpoint/2010/main" val="24800901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ectangle 4"/>
          <p:cNvSpPr/>
          <p:nvPr/>
        </p:nvSpPr>
        <p:spPr>
          <a:xfrm>
            <a:off x="10864852" y="268289"/>
            <a:ext cx="958849" cy="5667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title"/>
          </p:nvPr>
        </p:nvSpPr>
        <p:spPr>
          <a:xfrm>
            <a:off x="609599" y="995082"/>
            <a:ext cx="4754880" cy="1035424"/>
          </a:xfrm>
        </p:spPr>
        <p:txBody>
          <a:bodyPr/>
          <a:lstStyle>
            <a:lvl1pPr algn="l">
              <a:defRPr sz="2800" b="0"/>
            </a:lvl1pPr>
          </a:lstStyle>
          <a:p>
            <a:r>
              <a:rPr lang="en-US" smtClean="0"/>
              <a:t>Click to edit Master title style</a:t>
            </a:r>
            <a:endParaRPr/>
          </a:p>
        </p:txBody>
      </p:sp>
      <p:sp>
        <p:nvSpPr>
          <p:cNvPr id="3" name="Content Placeholder 2"/>
          <p:cNvSpPr>
            <a:spLocks noGrp="1"/>
          </p:cNvSpPr>
          <p:nvPr>
            <p:ph idx="1"/>
          </p:nvPr>
        </p:nvSpPr>
        <p:spPr>
          <a:xfrm>
            <a:off x="6349403" y="990600"/>
            <a:ext cx="4754880" cy="51355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Text Placeholder 3"/>
          <p:cNvSpPr>
            <a:spLocks noGrp="1"/>
          </p:cNvSpPr>
          <p:nvPr>
            <p:ph type="body" sz="half" idx="2"/>
          </p:nvPr>
        </p:nvSpPr>
        <p:spPr>
          <a:xfrm>
            <a:off x="609599" y="2057401"/>
            <a:ext cx="475488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Date Placeholder 4"/>
          <p:cNvSpPr>
            <a:spLocks noGrp="1"/>
          </p:cNvSpPr>
          <p:nvPr>
            <p:ph type="dt" sz="half" idx="10"/>
          </p:nvPr>
        </p:nvSpPr>
        <p:spPr/>
        <p:txBody>
          <a:bodyPr/>
          <a:lstStyle>
            <a:lvl1pPr>
              <a:defRPr/>
            </a:lvl1pPr>
          </a:lstStyle>
          <a:p>
            <a:pPr>
              <a:defRPr/>
            </a:pPr>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fld id="{CF26A2DE-5B2C-4A87-8C8B-43BAFCBE83AF}" type="slidenum">
              <a:rPr lang="en-US" altLang="en-US"/>
              <a:pPr/>
              <a:t>‹#›</a:t>
            </a:fld>
            <a:endParaRPr lang="en-US" altLang="en-US"/>
          </a:p>
        </p:txBody>
      </p:sp>
    </p:spTree>
    <p:extLst>
      <p:ext uri="{BB962C8B-B14F-4D97-AF65-F5344CB8AC3E}">
        <p14:creationId xmlns:p14="http://schemas.microsoft.com/office/powerpoint/2010/main" val="16748620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5" name="Rectangle 4"/>
          <p:cNvSpPr/>
          <p:nvPr/>
        </p:nvSpPr>
        <p:spPr>
          <a:xfrm>
            <a:off x="6328833" y="268289"/>
            <a:ext cx="5486400" cy="5667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title"/>
          </p:nvPr>
        </p:nvSpPr>
        <p:spPr>
          <a:xfrm>
            <a:off x="609599" y="995082"/>
            <a:ext cx="4754880" cy="1035424"/>
          </a:xfrm>
        </p:spPr>
        <p:txBody>
          <a:bodyPr/>
          <a:lstStyle>
            <a:lvl1pPr algn="l">
              <a:defRPr sz="2800" b="0"/>
            </a:lvl1pPr>
          </a:lstStyle>
          <a:p>
            <a:r>
              <a:rPr lang="en-US" smtClean="0"/>
              <a:t>Click to edit Master title style</a:t>
            </a:r>
            <a:endParaRPr/>
          </a:p>
        </p:txBody>
      </p:sp>
      <p:sp>
        <p:nvSpPr>
          <p:cNvPr id="4" name="Text Placeholder 3"/>
          <p:cNvSpPr>
            <a:spLocks noGrp="1"/>
          </p:cNvSpPr>
          <p:nvPr>
            <p:ph type="body" sz="half" idx="2"/>
          </p:nvPr>
        </p:nvSpPr>
        <p:spPr>
          <a:xfrm>
            <a:off x="609599" y="2057401"/>
            <a:ext cx="475488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 name="Picture Placeholder 9"/>
          <p:cNvSpPr>
            <a:spLocks noGrp="1"/>
          </p:cNvSpPr>
          <p:nvPr>
            <p:ph type="pic" sz="quarter" idx="13"/>
          </p:nvPr>
        </p:nvSpPr>
        <p:spPr>
          <a:xfrm>
            <a:off x="6347011" y="990600"/>
            <a:ext cx="5462016" cy="5611813"/>
          </a:xfrm>
        </p:spPr>
        <p:txBody>
          <a:bodyPr rtlCol="0">
            <a:normAutofit/>
          </a:bodyPr>
          <a:lstStyle>
            <a:lvl1pPr>
              <a:buNone/>
              <a:defRPr/>
            </a:lvl1pPr>
          </a:lstStyle>
          <a:p>
            <a:pPr lvl="0"/>
            <a:r>
              <a:rPr lang="en-US" noProof="0" smtClean="0"/>
              <a:t>Drag picture to placeholder or click icon to add</a:t>
            </a:r>
            <a:endParaRPr noProof="0"/>
          </a:p>
        </p:txBody>
      </p:sp>
      <p:sp>
        <p:nvSpPr>
          <p:cNvPr id="6" name="Date Placeholder 4"/>
          <p:cNvSpPr>
            <a:spLocks noGrp="1"/>
          </p:cNvSpPr>
          <p:nvPr>
            <p:ph type="dt" sz="half" idx="14"/>
          </p:nvPr>
        </p:nvSpPr>
        <p:spPr>
          <a:xfrm>
            <a:off x="215900" y="6124576"/>
            <a:ext cx="2336800" cy="365125"/>
          </a:xfrm>
        </p:spPr>
        <p:txBody>
          <a:bodyPr/>
          <a:lstStyle>
            <a:lvl1pPr algn="l">
              <a:defRPr/>
            </a:lvl1pPr>
          </a:lstStyle>
          <a:p>
            <a:pPr>
              <a:defRPr/>
            </a:pPr>
            <a:endParaRPr lang="en-US"/>
          </a:p>
        </p:txBody>
      </p:sp>
      <p:sp>
        <p:nvSpPr>
          <p:cNvPr id="7" name="Footer Placeholder 5"/>
          <p:cNvSpPr>
            <a:spLocks noGrp="1"/>
          </p:cNvSpPr>
          <p:nvPr>
            <p:ph type="ftr" sz="quarter" idx="15"/>
          </p:nvPr>
        </p:nvSpPr>
        <p:spPr>
          <a:xfrm>
            <a:off x="232834" y="6356351"/>
            <a:ext cx="5151967" cy="365125"/>
          </a:xfrm>
        </p:spPr>
        <p:txBody>
          <a:bodyPr/>
          <a:lstStyle>
            <a:lvl1pPr>
              <a:defRPr/>
            </a:lvl1pPr>
          </a:lstStyle>
          <a:p>
            <a:pPr>
              <a:defRPr/>
            </a:pPr>
            <a:endParaRPr lang="en-US"/>
          </a:p>
        </p:txBody>
      </p:sp>
      <p:sp>
        <p:nvSpPr>
          <p:cNvPr id="8" name="Slide Number Placeholder 6"/>
          <p:cNvSpPr>
            <a:spLocks noGrp="1"/>
          </p:cNvSpPr>
          <p:nvPr>
            <p:ph type="sldNum" sz="quarter" idx="16"/>
          </p:nvPr>
        </p:nvSpPr>
        <p:spPr/>
        <p:txBody>
          <a:bodyPr/>
          <a:lstStyle>
            <a:lvl1pPr>
              <a:defRPr/>
            </a:lvl1pPr>
          </a:lstStyle>
          <a:p>
            <a:fld id="{DF1236F9-EF88-4FBA-A8CD-A1E995AEFFAD}" type="slidenum">
              <a:rPr lang="en-US" altLang="en-US"/>
              <a:pPr/>
              <a:t>‹#›</a:t>
            </a:fld>
            <a:endParaRPr lang="en-US" altLang="en-US"/>
          </a:p>
        </p:txBody>
      </p:sp>
    </p:spTree>
    <p:extLst>
      <p:ext uri="{BB962C8B-B14F-4D97-AF65-F5344CB8AC3E}">
        <p14:creationId xmlns:p14="http://schemas.microsoft.com/office/powerpoint/2010/main" val="3587260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5" name="Rectangle 4"/>
          <p:cNvSpPr/>
          <p:nvPr/>
        </p:nvSpPr>
        <p:spPr>
          <a:xfrm>
            <a:off x="9622367" y="268288"/>
            <a:ext cx="2186517" cy="36385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title"/>
          </p:nvPr>
        </p:nvSpPr>
        <p:spPr>
          <a:xfrm>
            <a:off x="611717" y="4267200"/>
            <a:ext cx="8636000" cy="566738"/>
          </a:xfrm>
        </p:spPr>
        <p:txBody>
          <a:bodyPr/>
          <a:lstStyle>
            <a:lvl1pPr algn="l">
              <a:defRPr sz="2800" b="0"/>
            </a:lvl1pPr>
          </a:lstStyle>
          <a:p>
            <a:r>
              <a:rPr lang="en-US" smtClean="0"/>
              <a:t>Click to edit Master title style</a:t>
            </a:r>
            <a:endParaRPr/>
          </a:p>
        </p:txBody>
      </p:sp>
      <p:sp>
        <p:nvSpPr>
          <p:cNvPr id="3" name="Picture Placeholder 2"/>
          <p:cNvSpPr>
            <a:spLocks noGrp="1"/>
          </p:cNvSpPr>
          <p:nvPr>
            <p:ph type="pic" idx="1"/>
          </p:nvPr>
        </p:nvSpPr>
        <p:spPr>
          <a:xfrm>
            <a:off x="359832" y="268288"/>
            <a:ext cx="9144000" cy="363931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Drag picture to placeholder or click icon to add</a:t>
            </a:r>
            <a:endParaRPr noProof="0"/>
          </a:p>
        </p:txBody>
      </p:sp>
      <p:sp>
        <p:nvSpPr>
          <p:cNvPr id="4" name="Text Placeholder 3"/>
          <p:cNvSpPr>
            <a:spLocks noGrp="1"/>
          </p:cNvSpPr>
          <p:nvPr>
            <p:ph type="body" sz="half" idx="2"/>
          </p:nvPr>
        </p:nvSpPr>
        <p:spPr>
          <a:xfrm>
            <a:off x="611717" y="4840942"/>
            <a:ext cx="8633883"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Date Placeholder 4"/>
          <p:cNvSpPr>
            <a:spLocks noGrp="1"/>
          </p:cNvSpPr>
          <p:nvPr>
            <p:ph type="dt" sz="half" idx="10"/>
          </p:nvPr>
        </p:nvSpPr>
        <p:spPr/>
        <p:txBody>
          <a:bodyPr/>
          <a:lstStyle>
            <a:lvl1pPr>
              <a:defRPr/>
            </a:lvl1pPr>
          </a:lstStyle>
          <a:p>
            <a:pPr>
              <a:defRPr/>
            </a:pPr>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fld id="{43064F61-269F-4F32-839E-51150C5A7125}" type="slidenum">
              <a:rPr lang="en-US" altLang="en-US"/>
              <a:pPr/>
              <a:t>‹#›</a:t>
            </a:fld>
            <a:endParaRPr lang="en-US" altLang="en-US"/>
          </a:p>
        </p:txBody>
      </p:sp>
    </p:spTree>
    <p:extLst>
      <p:ext uri="{BB962C8B-B14F-4D97-AF65-F5344CB8AC3E}">
        <p14:creationId xmlns:p14="http://schemas.microsoft.com/office/powerpoint/2010/main" val="3287174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4 Pictures with Caption">
    <p:spTree>
      <p:nvGrpSpPr>
        <p:cNvPr id="1" name=""/>
        <p:cNvGrpSpPr/>
        <p:nvPr/>
      </p:nvGrpSpPr>
      <p:grpSpPr>
        <a:xfrm>
          <a:off x="0" y="0"/>
          <a:ext cx="0" cy="0"/>
          <a:chOff x="0" y="0"/>
          <a:chExt cx="0" cy="0"/>
        </a:xfrm>
      </p:grpSpPr>
      <p:sp>
        <p:nvSpPr>
          <p:cNvPr id="8" name="Rectangle 7"/>
          <p:cNvSpPr/>
          <p:nvPr/>
        </p:nvSpPr>
        <p:spPr>
          <a:xfrm>
            <a:off x="10847918" y="268288"/>
            <a:ext cx="960967" cy="36385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title"/>
          </p:nvPr>
        </p:nvSpPr>
        <p:spPr>
          <a:xfrm>
            <a:off x="611717" y="4267200"/>
            <a:ext cx="8636000" cy="566738"/>
          </a:xfrm>
        </p:spPr>
        <p:txBody>
          <a:bodyPr/>
          <a:lstStyle>
            <a:lvl1pPr algn="l">
              <a:defRPr sz="2800" b="0"/>
            </a:lvl1pPr>
          </a:lstStyle>
          <a:p>
            <a:r>
              <a:rPr lang="en-US" smtClean="0"/>
              <a:t>Click to edit Master title style</a:t>
            </a:r>
            <a:endParaRPr/>
          </a:p>
        </p:txBody>
      </p:sp>
      <p:sp>
        <p:nvSpPr>
          <p:cNvPr id="3" name="Picture Placeholder 2"/>
          <p:cNvSpPr>
            <a:spLocks noGrp="1"/>
          </p:cNvSpPr>
          <p:nvPr>
            <p:ph type="pic" idx="1"/>
          </p:nvPr>
        </p:nvSpPr>
        <p:spPr>
          <a:xfrm>
            <a:off x="359832" y="268288"/>
            <a:ext cx="4008968" cy="363931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Drag picture to placeholder or click icon to add</a:t>
            </a:r>
            <a:endParaRPr noProof="0"/>
          </a:p>
        </p:txBody>
      </p:sp>
      <p:sp>
        <p:nvSpPr>
          <p:cNvPr id="4" name="Text Placeholder 3"/>
          <p:cNvSpPr>
            <a:spLocks noGrp="1"/>
          </p:cNvSpPr>
          <p:nvPr>
            <p:ph type="body" sz="half" idx="2"/>
          </p:nvPr>
        </p:nvSpPr>
        <p:spPr>
          <a:xfrm>
            <a:off x="611717" y="4840942"/>
            <a:ext cx="8633883"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 name="Picture Placeholder 2"/>
          <p:cNvSpPr>
            <a:spLocks noGrp="1"/>
          </p:cNvSpPr>
          <p:nvPr>
            <p:ph type="pic" idx="13"/>
          </p:nvPr>
        </p:nvSpPr>
        <p:spPr>
          <a:xfrm>
            <a:off x="4470400" y="268289"/>
            <a:ext cx="6269317"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Drag picture to placeholder or click icon to add</a:t>
            </a:r>
            <a:endParaRPr noProof="0"/>
          </a:p>
        </p:txBody>
      </p:sp>
      <p:sp>
        <p:nvSpPr>
          <p:cNvPr id="11" name="Picture Placeholder 2"/>
          <p:cNvSpPr>
            <a:spLocks noGrp="1"/>
          </p:cNvSpPr>
          <p:nvPr>
            <p:ph type="pic" idx="14"/>
          </p:nvPr>
        </p:nvSpPr>
        <p:spPr>
          <a:xfrm>
            <a:off x="4470400" y="2131936"/>
            <a:ext cx="3072384"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Drag picture to placeholder or click icon to add</a:t>
            </a:r>
            <a:endParaRPr noProof="0"/>
          </a:p>
        </p:txBody>
      </p:sp>
      <p:sp>
        <p:nvSpPr>
          <p:cNvPr id="12" name="Picture Placeholder 2"/>
          <p:cNvSpPr>
            <a:spLocks noGrp="1"/>
          </p:cNvSpPr>
          <p:nvPr>
            <p:ph type="pic" idx="15"/>
          </p:nvPr>
        </p:nvSpPr>
        <p:spPr>
          <a:xfrm>
            <a:off x="7667333" y="2131936"/>
            <a:ext cx="3072384"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Drag picture to placeholder or click icon to add</a:t>
            </a:r>
            <a:endParaRPr noProof="0"/>
          </a:p>
        </p:txBody>
      </p:sp>
      <p:sp>
        <p:nvSpPr>
          <p:cNvPr id="9" name="Date Placeholder 4"/>
          <p:cNvSpPr>
            <a:spLocks noGrp="1"/>
          </p:cNvSpPr>
          <p:nvPr>
            <p:ph type="dt" sz="half" idx="16"/>
          </p:nvPr>
        </p:nvSpPr>
        <p:spPr/>
        <p:txBody>
          <a:bodyPr/>
          <a:lstStyle>
            <a:lvl1pPr>
              <a:defRPr/>
            </a:lvl1pPr>
          </a:lstStyle>
          <a:p>
            <a:pPr>
              <a:defRPr/>
            </a:pPr>
            <a:endParaRPr lang="en-US"/>
          </a:p>
        </p:txBody>
      </p:sp>
      <p:sp>
        <p:nvSpPr>
          <p:cNvPr id="13" name="Footer Placeholder 5"/>
          <p:cNvSpPr>
            <a:spLocks noGrp="1"/>
          </p:cNvSpPr>
          <p:nvPr>
            <p:ph type="ftr" sz="quarter" idx="17"/>
          </p:nvPr>
        </p:nvSpPr>
        <p:spPr/>
        <p:txBody>
          <a:bodyPr/>
          <a:lstStyle>
            <a:lvl1pPr>
              <a:defRPr/>
            </a:lvl1pPr>
          </a:lstStyle>
          <a:p>
            <a:pPr>
              <a:defRPr/>
            </a:pPr>
            <a:endParaRPr lang="en-US"/>
          </a:p>
        </p:txBody>
      </p:sp>
      <p:sp>
        <p:nvSpPr>
          <p:cNvPr id="14" name="Slide Number Placeholder 6"/>
          <p:cNvSpPr>
            <a:spLocks noGrp="1"/>
          </p:cNvSpPr>
          <p:nvPr>
            <p:ph type="sldNum" sz="quarter" idx="18"/>
          </p:nvPr>
        </p:nvSpPr>
        <p:spPr/>
        <p:txBody>
          <a:bodyPr/>
          <a:lstStyle>
            <a:lvl1pPr>
              <a:defRPr/>
            </a:lvl1pPr>
          </a:lstStyle>
          <a:p>
            <a:fld id="{BF65D844-5C48-405A-8BD9-30EA87F2D5A2}" type="slidenum">
              <a:rPr lang="en-US" altLang="en-US"/>
              <a:pPr/>
              <a:t>‹#›</a:t>
            </a:fld>
            <a:endParaRPr lang="en-US" altLang="en-US"/>
          </a:p>
        </p:txBody>
      </p:sp>
    </p:spTree>
    <p:extLst>
      <p:ext uri="{BB962C8B-B14F-4D97-AF65-F5344CB8AC3E}">
        <p14:creationId xmlns:p14="http://schemas.microsoft.com/office/powerpoint/2010/main" val="3333906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4" name="Rectangle 3"/>
          <p:cNvSpPr/>
          <p:nvPr/>
        </p:nvSpPr>
        <p:spPr>
          <a:xfrm>
            <a:off x="9616018" y="268289"/>
            <a:ext cx="2194983" cy="16462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D1B5A904-E50E-4AC2-A420-A62B75759187}" type="slidenum">
              <a:rPr lang="en-US" altLang="en-US"/>
              <a:pPr/>
              <a:t>‹#›</a:t>
            </a:fld>
            <a:endParaRPr lang="en-US" altLang="en-US"/>
          </a:p>
        </p:txBody>
      </p:sp>
    </p:spTree>
    <p:extLst>
      <p:ext uri="{BB962C8B-B14F-4D97-AF65-F5344CB8AC3E}">
        <p14:creationId xmlns:p14="http://schemas.microsoft.com/office/powerpoint/2010/main" val="19718973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4" name="Rectangle 3"/>
          <p:cNvSpPr/>
          <p:nvPr/>
        </p:nvSpPr>
        <p:spPr>
          <a:xfrm>
            <a:off x="10864852" y="268289"/>
            <a:ext cx="958849" cy="5667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Vertical Title 1"/>
          <p:cNvSpPr>
            <a:spLocks noGrp="1"/>
          </p:cNvSpPr>
          <p:nvPr>
            <p:ph type="title" orient="vert"/>
          </p:nvPr>
        </p:nvSpPr>
        <p:spPr>
          <a:xfrm>
            <a:off x="10058399" y="1035425"/>
            <a:ext cx="1763060" cy="5090739"/>
          </a:xfrm>
        </p:spPr>
        <p:txBody>
          <a:bodyPr vert="eaVert" anchor="t"/>
          <a:lstStyle/>
          <a:p>
            <a:r>
              <a:rPr lang="en-US" smtClean="0"/>
              <a:t>Click to edit Master title style</a:t>
            </a:r>
            <a:endParaRPr/>
          </a:p>
        </p:txBody>
      </p:sp>
      <p:sp>
        <p:nvSpPr>
          <p:cNvPr id="3" name="Vertical Text Placeholder 2"/>
          <p:cNvSpPr>
            <a:spLocks noGrp="1"/>
          </p:cNvSpPr>
          <p:nvPr>
            <p:ph type="body" orient="vert" idx="1"/>
          </p:nvPr>
        </p:nvSpPr>
        <p:spPr>
          <a:xfrm>
            <a:off x="609600" y="1035425"/>
            <a:ext cx="8026400" cy="5109789"/>
          </a:xfrm>
        </p:spPr>
        <p:txBody>
          <a:bodyPr vert="eaVert"/>
          <a:lstStyle>
            <a:lvl5pP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1C80EAC6-0EAC-48EB-A228-CB4428538B09}" type="slidenum">
              <a:rPr lang="en-US" altLang="en-US"/>
              <a:pPr/>
              <a:t>‹#›</a:t>
            </a:fld>
            <a:endParaRPr lang="en-US" altLang="en-US"/>
          </a:p>
        </p:txBody>
      </p:sp>
    </p:spTree>
    <p:extLst>
      <p:ext uri="{BB962C8B-B14F-4D97-AF65-F5344CB8AC3E}">
        <p14:creationId xmlns:p14="http://schemas.microsoft.com/office/powerpoint/2010/main" val="4340590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Closing">
    <p:spTree>
      <p:nvGrpSpPr>
        <p:cNvPr id="1" name=""/>
        <p:cNvGrpSpPr/>
        <p:nvPr/>
      </p:nvGrpSpPr>
      <p:grpSpPr>
        <a:xfrm>
          <a:off x="0" y="0"/>
          <a:ext cx="0" cy="0"/>
          <a:chOff x="0" y="0"/>
          <a:chExt cx="0" cy="0"/>
        </a:xfrm>
      </p:grpSpPr>
      <p:sp>
        <p:nvSpPr>
          <p:cNvPr id="2" name="Date Placeholder 2"/>
          <p:cNvSpPr>
            <a:spLocks noGrp="1"/>
          </p:cNvSpPr>
          <p:nvPr>
            <p:ph type="dt" sz="half" idx="10"/>
          </p:nvPr>
        </p:nvSpPr>
        <p:spPr bwMode="auto">
          <a:effectLst>
            <a:outerShdw blurRad="50800" dist="38100" dir="2700000" algn="tl" rotWithShape="0">
              <a:srgbClr val="808080">
                <a:alpha val="39999"/>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effectLst>
                  <a:outerShdw blurRad="38100" dist="12700" dir="2700000" algn="tl" rotWithShape="0">
                    <a:prstClr val="black">
                      <a:alpha val="60000"/>
                    </a:prstClr>
                  </a:outerShdw>
                </a:effectLst>
              </a:defRPr>
            </a:lvl1pPr>
          </a:lstStyle>
          <a:p>
            <a:pPr>
              <a:defRPr/>
            </a:pPr>
            <a:endParaRPr lang="en-US"/>
          </a:p>
        </p:txBody>
      </p:sp>
      <p:sp>
        <p:nvSpPr>
          <p:cNvPr id="3" name="Footer Placeholder 3"/>
          <p:cNvSpPr>
            <a:spLocks noGrp="1"/>
          </p:cNvSpPr>
          <p:nvPr>
            <p:ph type="ftr" sz="quarter" idx="11"/>
          </p:nvPr>
        </p:nvSpPr>
        <p:spPr bwMode="auto">
          <a:effectLst>
            <a:outerShdw blurRad="50800" dist="38100" dir="2700000" algn="tl" rotWithShape="0">
              <a:srgbClr val="808080">
                <a:alpha val="39999"/>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effectLst>
                  <a:outerShdw blurRad="38100" dist="12700" dir="2700000" algn="tl" rotWithShape="0">
                    <a:prstClr val="black">
                      <a:alpha val="60000"/>
                    </a:prstClr>
                  </a:outerShdw>
                </a:effectLst>
              </a:defRPr>
            </a:lvl1pPr>
          </a:lstStyle>
          <a:p>
            <a:pPr>
              <a:defRPr/>
            </a:pPr>
            <a:endParaRPr lang="en-US"/>
          </a:p>
        </p:txBody>
      </p:sp>
      <p:sp>
        <p:nvSpPr>
          <p:cNvPr id="4" name="Slide Number Placeholder 4"/>
          <p:cNvSpPr>
            <a:spLocks noGrp="1"/>
          </p:cNvSpPr>
          <p:nvPr>
            <p:ph type="sldNum" sz="quarter" idx="12"/>
          </p:nvPr>
        </p:nvSpPr>
        <p:spPr bwMode="auto">
          <a:effectLst>
            <a:outerShdw blurRad="50800" dist="38100" dir="2700000" algn="tl" rotWithShape="0">
              <a:srgbClr val="808080">
                <a:alpha val="39999"/>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effectLst>
                  <a:outerShdw blurRad="38100" dist="38100" dir="2700000" algn="tl">
                    <a:srgbClr val="C0C0C0"/>
                  </a:outerShdw>
                </a:effectLst>
              </a:defRPr>
            </a:lvl1pPr>
          </a:lstStyle>
          <a:p>
            <a:fld id="{5973CD34-8FE9-4BBE-90F6-16D98032EFFC}" type="slidenum">
              <a:rPr lang="en-US" altLang="en-US"/>
              <a:pPr/>
              <a:t>‹#›</a:t>
            </a:fld>
            <a:endParaRPr lang="en-US" altLang="en-US"/>
          </a:p>
        </p:txBody>
      </p:sp>
    </p:spTree>
    <p:extLst>
      <p:ext uri="{BB962C8B-B14F-4D97-AF65-F5344CB8AC3E}">
        <p14:creationId xmlns:p14="http://schemas.microsoft.com/office/powerpoint/2010/main" val="39675282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Basic Slide">
    <p:spTree>
      <p:nvGrpSpPr>
        <p:cNvPr id="1" name="Shape 11"/>
        <p:cNvGrpSpPr/>
        <p:nvPr/>
      </p:nvGrpSpPr>
      <p:grpSpPr>
        <a:xfrm>
          <a:off x="0" y="0"/>
          <a:ext cx="0" cy="0"/>
          <a:chOff x="0" y="0"/>
          <a:chExt cx="0" cy="0"/>
        </a:xfrm>
      </p:grpSpPr>
      <p:sp>
        <p:nvSpPr>
          <p:cNvPr id="12" name="Shape 12"/>
          <p:cNvSpPr txBox="1">
            <a:spLocks noGrp="1"/>
          </p:cNvSpPr>
          <p:nvPr>
            <p:ph type="title"/>
          </p:nvPr>
        </p:nvSpPr>
        <p:spPr>
          <a:xfrm>
            <a:off x="812241" y="228600"/>
            <a:ext cx="10363200" cy="1143000"/>
          </a:xfrm>
          <a:prstGeom prst="rect">
            <a:avLst/>
          </a:prstGeom>
          <a:noFill/>
          <a:ln>
            <a:noFill/>
          </a:ln>
        </p:spPr>
        <p:txBody>
          <a:bodyPr lIns="117825" tIns="117825" rIns="117825" bIns="117825" anchor="ctr" anchorCtr="0"/>
          <a:lstStyle>
            <a:lvl1pPr marL="0" marR="0" indent="0" algn="ctr" rtl="0">
              <a:lnSpc>
                <a:spcPct val="150000"/>
              </a:lnSpc>
              <a:spcBef>
                <a:spcPts val="0"/>
              </a:spcBef>
              <a:spcAft>
                <a:spcPts val="0"/>
              </a:spcAft>
              <a:buClr>
                <a:srgbClr val="9B37AA"/>
              </a:buClr>
              <a:buSzPct val="100000"/>
              <a:buFont typeface="Gloria Hallelujah"/>
              <a:buChar char="●"/>
              <a:defRPr sz="4000" b="1">
                <a:solidFill>
                  <a:srgbClr val="9B37AA"/>
                </a:solidFill>
                <a:latin typeface="Gloria Hallelujah"/>
                <a:ea typeface="Gloria Hallelujah"/>
                <a:cs typeface="Gloria Hallelujah"/>
                <a:sym typeface="Gloria Hallelujah"/>
              </a:defRPr>
            </a:lvl1pPr>
            <a:lvl2pPr marL="0" marR="0" indent="0" algn="l" rtl="0">
              <a:lnSpc>
                <a:spcPct val="150000"/>
              </a:lnSpc>
              <a:spcBef>
                <a:spcPts val="0"/>
              </a:spcBef>
              <a:spcAft>
                <a:spcPts val="0"/>
              </a:spcAft>
              <a:buSzPct val="100000"/>
              <a:buChar char="○"/>
              <a:defRPr sz="4000"/>
            </a:lvl2pPr>
            <a:lvl3pPr marL="0" marR="0" indent="0" algn="l" rtl="0">
              <a:lnSpc>
                <a:spcPct val="150000"/>
              </a:lnSpc>
              <a:spcBef>
                <a:spcPts val="0"/>
              </a:spcBef>
              <a:spcAft>
                <a:spcPts val="0"/>
              </a:spcAft>
              <a:buSzPct val="100000"/>
              <a:buChar char="■"/>
              <a:defRPr sz="4000"/>
            </a:lvl3pPr>
            <a:lvl4pPr marL="0" marR="0" indent="0" algn="l" rtl="0">
              <a:lnSpc>
                <a:spcPct val="150000"/>
              </a:lnSpc>
              <a:spcBef>
                <a:spcPts val="0"/>
              </a:spcBef>
              <a:spcAft>
                <a:spcPts val="0"/>
              </a:spcAft>
              <a:buSzPct val="100000"/>
              <a:buChar char="●"/>
              <a:defRPr sz="4000"/>
            </a:lvl4pPr>
            <a:lvl5pPr marL="0" marR="0" indent="0" algn="l" rtl="0">
              <a:lnSpc>
                <a:spcPct val="150000"/>
              </a:lnSpc>
              <a:spcBef>
                <a:spcPts val="0"/>
              </a:spcBef>
              <a:spcAft>
                <a:spcPts val="0"/>
              </a:spcAft>
              <a:buSzPct val="100000"/>
              <a:buChar char="○"/>
              <a:defRPr sz="4000"/>
            </a:lvl5pPr>
            <a:lvl6pPr marL="596900" marR="0" indent="0" algn="l" rtl="0">
              <a:lnSpc>
                <a:spcPct val="150000"/>
              </a:lnSpc>
              <a:spcBef>
                <a:spcPts val="0"/>
              </a:spcBef>
              <a:spcAft>
                <a:spcPts val="0"/>
              </a:spcAft>
              <a:buSzPct val="100000"/>
              <a:buChar char="■"/>
              <a:defRPr sz="4000"/>
            </a:lvl6pPr>
            <a:lvl7pPr marL="1181100" marR="0" indent="0" algn="l" rtl="0">
              <a:lnSpc>
                <a:spcPct val="150000"/>
              </a:lnSpc>
              <a:spcBef>
                <a:spcPts val="0"/>
              </a:spcBef>
              <a:spcAft>
                <a:spcPts val="0"/>
              </a:spcAft>
              <a:buSzPct val="100000"/>
              <a:buChar char="●"/>
              <a:defRPr sz="4000"/>
            </a:lvl7pPr>
            <a:lvl8pPr marL="1765300" marR="0" indent="0" algn="l" rtl="0">
              <a:lnSpc>
                <a:spcPct val="150000"/>
              </a:lnSpc>
              <a:spcBef>
                <a:spcPts val="0"/>
              </a:spcBef>
              <a:spcAft>
                <a:spcPts val="0"/>
              </a:spcAft>
              <a:buSzPct val="100000"/>
              <a:buChar char="○"/>
              <a:defRPr sz="4000"/>
            </a:lvl8pPr>
            <a:lvl9pPr marL="2349500" marR="0" indent="0" algn="l" rtl="0">
              <a:lnSpc>
                <a:spcPct val="150000"/>
              </a:lnSpc>
              <a:spcBef>
                <a:spcPts val="0"/>
              </a:spcBef>
              <a:spcAft>
                <a:spcPts val="0"/>
              </a:spcAft>
              <a:buSzPct val="100000"/>
              <a:buChar char="■"/>
              <a:defRPr sz="4000"/>
            </a:lvl9pPr>
          </a:lstStyle>
          <a:p>
            <a:endParaRPr/>
          </a:p>
        </p:txBody>
      </p:sp>
      <p:sp>
        <p:nvSpPr>
          <p:cNvPr id="13" name="Shape 13"/>
          <p:cNvSpPr txBox="1">
            <a:spLocks noGrp="1"/>
          </p:cNvSpPr>
          <p:nvPr>
            <p:ph type="body" idx="1"/>
          </p:nvPr>
        </p:nvSpPr>
        <p:spPr>
          <a:xfrm>
            <a:off x="812241" y="1371602"/>
            <a:ext cx="10363200" cy="4904699"/>
          </a:xfrm>
          <a:prstGeom prst="rect">
            <a:avLst/>
          </a:prstGeom>
          <a:noFill/>
          <a:ln>
            <a:noFill/>
          </a:ln>
        </p:spPr>
        <p:txBody>
          <a:bodyPr lIns="117825" tIns="117825" rIns="117825" bIns="117825" anchor="t" anchorCtr="0"/>
          <a:lstStyle>
            <a:lvl1pPr marL="444500" marR="0" indent="-254000" algn="l" rtl="0">
              <a:lnSpc>
                <a:spcPct val="150000"/>
              </a:lnSpc>
              <a:spcBef>
                <a:spcPts val="800"/>
              </a:spcBef>
              <a:spcAft>
                <a:spcPts val="0"/>
              </a:spcAft>
              <a:buSzPct val="100000"/>
              <a:buFont typeface="Gloria Hallelujah"/>
              <a:buChar char="●"/>
              <a:defRPr sz="2700">
                <a:latin typeface="Gloria Hallelujah"/>
                <a:ea typeface="Gloria Hallelujah"/>
                <a:cs typeface="Gloria Hallelujah"/>
                <a:sym typeface="Gloria Hallelujah"/>
              </a:defRPr>
            </a:lvl1pPr>
            <a:lvl2pPr marL="952500" marR="0" indent="-190500" algn="l" rtl="0">
              <a:lnSpc>
                <a:spcPct val="150000"/>
              </a:lnSpc>
              <a:spcBef>
                <a:spcPts val="700"/>
              </a:spcBef>
              <a:spcAft>
                <a:spcPts val="0"/>
              </a:spcAft>
              <a:buSzPct val="100000"/>
              <a:buFont typeface="Gloria Hallelujah"/>
              <a:buChar char="●"/>
              <a:defRPr sz="2700">
                <a:latin typeface="Gloria Hallelujah"/>
                <a:ea typeface="Gloria Hallelujah"/>
                <a:cs typeface="Gloria Hallelujah"/>
                <a:sym typeface="Gloria Hallelujah"/>
              </a:defRPr>
            </a:lvl2pPr>
            <a:lvl3pPr marL="1473200" marR="0" indent="-165100" algn="l" rtl="0">
              <a:lnSpc>
                <a:spcPct val="150000"/>
              </a:lnSpc>
              <a:spcBef>
                <a:spcPts val="600"/>
              </a:spcBef>
              <a:spcAft>
                <a:spcPts val="0"/>
              </a:spcAft>
              <a:buSzPct val="100000"/>
              <a:buFont typeface="Gloria Hallelujah"/>
              <a:buChar char="●"/>
              <a:defRPr sz="2700">
                <a:latin typeface="Gloria Hallelujah"/>
                <a:ea typeface="Gloria Hallelujah"/>
                <a:cs typeface="Gloria Hallelujah"/>
                <a:sym typeface="Gloria Hallelujah"/>
              </a:defRPr>
            </a:lvl3pPr>
            <a:lvl4pPr marL="2070100" marR="0" indent="-139700" algn="l" rtl="0">
              <a:lnSpc>
                <a:spcPct val="150000"/>
              </a:lnSpc>
              <a:spcBef>
                <a:spcPts val="500"/>
              </a:spcBef>
              <a:spcAft>
                <a:spcPts val="0"/>
              </a:spcAft>
              <a:buSzPct val="100000"/>
              <a:buFont typeface="Gloria Hallelujah"/>
              <a:buChar char="•"/>
              <a:defRPr sz="2700">
                <a:latin typeface="Gloria Hallelujah"/>
                <a:ea typeface="Gloria Hallelujah"/>
                <a:cs typeface="Gloria Hallelujah"/>
                <a:sym typeface="Gloria Hallelujah"/>
              </a:defRPr>
            </a:lvl4pPr>
            <a:lvl5pPr marL="2654300" marR="0" indent="-127000" algn="l" rtl="0">
              <a:lnSpc>
                <a:spcPct val="150000"/>
              </a:lnSpc>
              <a:spcBef>
                <a:spcPts val="500"/>
              </a:spcBef>
              <a:spcAft>
                <a:spcPts val="0"/>
              </a:spcAft>
              <a:buSzPct val="100000"/>
              <a:buFont typeface="Gloria Hallelujah"/>
              <a:buChar char="–"/>
              <a:defRPr sz="2700">
                <a:latin typeface="Gloria Hallelujah"/>
                <a:ea typeface="Gloria Hallelujah"/>
                <a:cs typeface="Gloria Hallelujah"/>
                <a:sym typeface="Gloria Hallelujah"/>
              </a:defRPr>
            </a:lvl5pPr>
            <a:lvl6pPr marL="3238500" marR="0" indent="-127000" algn="l" rtl="0">
              <a:lnSpc>
                <a:spcPct val="150000"/>
              </a:lnSpc>
              <a:spcBef>
                <a:spcPts val="500"/>
              </a:spcBef>
              <a:spcAft>
                <a:spcPts val="0"/>
              </a:spcAft>
              <a:buSzPct val="100000"/>
              <a:buFont typeface="Gloria Hallelujah"/>
              <a:buChar char="–"/>
              <a:defRPr sz="2700">
                <a:latin typeface="Gloria Hallelujah"/>
                <a:ea typeface="Gloria Hallelujah"/>
                <a:cs typeface="Gloria Hallelujah"/>
                <a:sym typeface="Gloria Hallelujah"/>
              </a:defRPr>
            </a:lvl6pPr>
            <a:lvl7pPr marL="3822700" marR="0" indent="-127000" algn="l" rtl="0">
              <a:lnSpc>
                <a:spcPct val="150000"/>
              </a:lnSpc>
              <a:spcBef>
                <a:spcPts val="500"/>
              </a:spcBef>
              <a:spcAft>
                <a:spcPts val="0"/>
              </a:spcAft>
              <a:buSzPct val="100000"/>
              <a:buFont typeface="Gloria Hallelujah"/>
              <a:buChar char="–"/>
              <a:defRPr sz="2700">
                <a:latin typeface="Gloria Hallelujah"/>
                <a:ea typeface="Gloria Hallelujah"/>
                <a:cs typeface="Gloria Hallelujah"/>
                <a:sym typeface="Gloria Hallelujah"/>
              </a:defRPr>
            </a:lvl7pPr>
            <a:lvl8pPr marL="4419600" marR="0" indent="-127000" algn="l" rtl="0">
              <a:lnSpc>
                <a:spcPct val="150000"/>
              </a:lnSpc>
              <a:spcBef>
                <a:spcPts val="500"/>
              </a:spcBef>
              <a:spcAft>
                <a:spcPts val="0"/>
              </a:spcAft>
              <a:buSzPct val="100000"/>
              <a:buFont typeface="Gloria Hallelujah"/>
              <a:buChar char="–"/>
              <a:defRPr sz="2700">
                <a:latin typeface="Gloria Hallelujah"/>
                <a:ea typeface="Gloria Hallelujah"/>
                <a:cs typeface="Gloria Hallelujah"/>
                <a:sym typeface="Gloria Hallelujah"/>
              </a:defRPr>
            </a:lvl8pPr>
            <a:lvl9pPr marL="5016500" marR="0" indent="-139700" algn="l" rtl="0">
              <a:lnSpc>
                <a:spcPct val="150000"/>
              </a:lnSpc>
              <a:spcBef>
                <a:spcPts val="500"/>
              </a:spcBef>
              <a:spcAft>
                <a:spcPts val="0"/>
              </a:spcAft>
              <a:buSzPct val="100000"/>
              <a:buFont typeface="Gloria Hallelujah"/>
              <a:buChar char="–"/>
              <a:defRPr sz="2700">
                <a:latin typeface="Gloria Hallelujah"/>
                <a:ea typeface="Gloria Hallelujah"/>
                <a:cs typeface="Gloria Hallelujah"/>
                <a:sym typeface="Gloria Hallelujah"/>
              </a:defRPr>
            </a:lvl9pPr>
          </a:lstStyle>
          <a:p>
            <a:endParaRPr/>
          </a:p>
        </p:txBody>
      </p:sp>
    </p:spTree>
    <p:extLst>
      <p:ext uri="{BB962C8B-B14F-4D97-AF65-F5344CB8AC3E}">
        <p14:creationId xmlns:p14="http://schemas.microsoft.com/office/powerpoint/2010/main" val="2701856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914400"/>
            <a:ext cx="867833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smtClean="0"/>
              <a:t>Click to edit Master title style</a:t>
            </a:r>
          </a:p>
        </p:txBody>
      </p:sp>
      <p:sp>
        <p:nvSpPr>
          <p:cNvPr id="1027" name="Text Placeholder 2"/>
          <p:cNvSpPr>
            <a:spLocks noGrp="1"/>
          </p:cNvSpPr>
          <p:nvPr>
            <p:ph type="body" idx="1"/>
          </p:nvPr>
        </p:nvSpPr>
        <p:spPr bwMode="auto">
          <a:xfrm>
            <a:off x="609600" y="2209801"/>
            <a:ext cx="8678333" cy="391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 name="Date Placeholder 3"/>
          <p:cNvSpPr>
            <a:spLocks noGrp="1"/>
          </p:cNvSpPr>
          <p:nvPr>
            <p:ph type="dt" sz="half" idx="2"/>
          </p:nvPr>
        </p:nvSpPr>
        <p:spPr>
          <a:xfrm>
            <a:off x="9599084" y="6356351"/>
            <a:ext cx="2336800" cy="365125"/>
          </a:xfrm>
          <a:prstGeom prst="rect">
            <a:avLst/>
          </a:prstGeom>
        </p:spPr>
        <p:txBody>
          <a:bodyPr vert="horz" lIns="91440" tIns="45720" rIns="91440" bIns="45720" rtlCol="0" anchor="ctr"/>
          <a:lstStyle>
            <a:lvl1pPr algn="r">
              <a:defRPr sz="1100" b="1">
                <a:solidFill>
                  <a:schemeClr val="tx2">
                    <a:lumMod val="60000"/>
                    <a:lumOff val="40000"/>
                  </a:schemeClr>
                </a:solidFill>
                <a:latin typeface="Arial" charset="0"/>
                <a:ea typeface="ＭＳ Ｐゴシック" charset="0"/>
                <a:cs typeface="ＭＳ Ｐゴシック" charset="0"/>
              </a:defRPr>
            </a:lvl1pPr>
          </a:lstStyle>
          <a:p>
            <a:pPr>
              <a:defRPr/>
            </a:pPr>
            <a:endParaRPr lang="en-US"/>
          </a:p>
        </p:txBody>
      </p:sp>
      <p:sp>
        <p:nvSpPr>
          <p:cNvPr id="5" name="Footer Placeholder 4"/>
          <p:cNvSpPr>
            <a:spLocks noGrp="1"/>
          </p:cNvSpPr>
          <p:nvPr>
            <p:ph type="ftr" sz="quarter" idx="3"/>
          </p:nvPr>
        </p:nvSpPr>
        <p:spPr>
          <a:xfrm>
            <a:off x="232833" y="6356351"/>
            <a:ext cx="8009467" cy="365125"/>
          </a:xfrm>
          <a:prstGeom prst="rect">
            <a:avLst/>
          </a:prstGeom>
        </p:spPr>
        <p:txBody>
          <a:bodyPr vert="horz" lIns="91440" tIns="45720" rIns="91440" bIns="45720" rtlCol="0" anchor="ctr"/>
          <a:lstStyle>
            <a:lvl1pPr algn="l">
              <a:defRPr sz="1100" b="1">
                <a:solidFill>
                  <a:schemeClr val="tx2">
                    <a:lumMod val="60000"/>
                    <a:lumOff val="40000"/>
                  </a:schemeClr>
                </a:solidFill>
                <a:latin typeface="Arial" charset="0"/>
                <a:ea typeface="ＭＳ Ｐゴシック" charset="0"/>
                <a:cs typeface="ＭＳ Ｐゴシック" charset="0"/>
              </a:defRPr>
            </a:lvl1pPr>
          </a:lstStyle>
          <a:p>
            <a:pPr>
              <a:defRPr/>
            </a:pPr>
            <a:endParaRPr lang="en-US"/>
          </a:p>
        </p:txBody>
      </p:sp>
      <p:sp>
        <p:nvSpPr>
          <p:cNvPr id="6" name="Slide Number Placeholder 5"/>
          <p:cNvSpPr>
            <a:spLocks noGrp="1"/>
          </p:cNvSpPr>
          <p:nvPr>
            <p:ph type="sldNum" sz="quarter" idx="4"/>
          </p:nvPr>
        </p:nvSpPr>
        <p:spPr>
          <a:xfrm>
            <a:off x="11008784" y="360364"/>
            <a:ext cx="675216" cy="365125"/>
          </a:xfrm>
          <a:prstGeom prst="rect">
            <a:avLst/>
          </a:prstGeom>
        </p:spPr>
        <p:txBody>
          <a:bodyPr vert="horz" wrap="square" lIns="91440" tIns="45720" rIns="91440" bIns="45720" numCol="1" anchor="ctr" anchorCtr="0" compatLnSpc="1">
            <a:prstTxWarp prst="textNoShape">
              <a:avLst/>
            </a:prstTxWarp>
          </a:bodyPr>
          <a:lstStyle>
            <a:lvl1pPr algn="r">
              <a:defRPr sz="2200" b="1">
                <a:solidFill>
                  <a:schemeClr val="bg1"/>
                </a:solidFill>
              </a:defRPr>
            </a:lvl1pPr>
          </a:lstStyle>
          <a:p>
            <a:fld id="{EEFF2D9C-B317-4185-973B-0D0EEF2C41B8}" type="slidenum">
              <a:rPr lang="en-US" altLang="en-US"/>
              <a:pPr/>
              <a:t>‹#›</a:t>
            </a:fld>
            <a:endParaRPr lang="en-US" altLang="en-US"/>
          </a:p>
        </p:txBody>
      </p:sp>
    </p:spTree>
    <p:extLst>
      <p:ext uri="{BB962C8B-B14F-4D97-AF65-F5344CB8AC3E}">
        <p14:creationId xmlns:p14="http://schemas.microsoft.com/office/powerpoint/2010/main" val="33628928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Lst>
  <p:txStyles>
    <p:titleStyle>
      <a:lvl1pPr algn="l" rtl="0" eaLnBrk="0" fontAlgn="base" hangingPunct="0">
        <a:spcBef>
          <a:spcPct val="0"/>
        </a:spcBef>
        <a:spcAft>
          <a:spcPct val="0"/>
        </a:spcAft>
        <a:defRPr sz="3600" kern="1200">
          <a:solidFill>
            <a:schemeClr val="accent1"/>
          </a:solidFill>
          <a:latin typeface="+mj-lt"/>
          <a:ea typeface="MS PGothic" panose="020B0600070205080204" pitchFamily="34" charset="-128"/>
          <a:cs typeface="ＭＳ Ｐゴシック" charset="0"/>
        </a:defRPr>
      </a:lvl1pPr>
      <a:lvl2pPr algn="l" rtl="0" eaLnBrk="0" fontAlgn="base" hangingPunct="0">
        <a:spcBef>
          <a:spcPct val="0"/>
        </a:spcBef>
        <a:spcAft>
          <a:spcPct val="0"/>
        </a:spcAft>
        <a:defRPr sz="3600">
          <a:solidFill>
            <a:schemeClr val="accent1"/>
          </a:solidFill>
          <a:latin typeface="Century Gothic" charset="0"/>
          <a:ea typeface="MS PGothic" panose="020B0600070205080204" pitchFamily="34" charset="-128"/>
          <a:cs typeface="ＭＳ Ｐゴシック" charset="0"/>
        </a:defRPr>
      </a:lvl2pPr>
      <a:lvl3pPr algn="l" rtl="0" eaLnBrk="0" fontAlgn="base" hangingPunct="0">
        <a:spcBef>
          <a:spcPct val="0"/>
        </a:spcBef>
        <a:spcAft>
          <a:spcPct val="0"/>
        </a:spcAft>
        <a:defRPr sz="3600">
          <a:solidFill>
            <a:schemeClr val="accent1"/>
          </a:solidFill>
          <a:latin typeface="Century Gothic" charset="0"/>
          <a:ea typeface="MS PGothic" panose="020B0600070205080204" pitchFamily="34" charset="-128"/>
          <a:cs typeface="ＭＳ Ｐゴシック" charset="0"/>
        </a:defRPr>
      </a:lvl3pPr>
      <a:lvl4pPr algn="l" rtl="0" eaLnBrk="0" fontAlgn="base" hangingPunct="0">
        <a:spcBef>
          <a:spcPct val="0"/>
        </a:spcBef>
        <a:spcAft>
          <a:spcPct val="0"/>
        </a:spcAft>
        <a:defRPr sz="3600">
          <a:solidFill>
            <a:schemeClr val="accent1"/>
          </a:solidFill>
          <a:latin typeface="Century Gothic" charset="0"/>
          <a:ea typeface="MS PGothic" panose="020B0600070205080204" pitchFamily="34" charset="-128"/>
          <a:cs typeface="ＭＳ Ｐゴシック" charset="0"/>
        </a:defRPr>
      </a:lvl4pPr>
      <a:lvl5pPr algn="l" rtl="0" eaLnBrk="0" fontAlgn="base" hangingPunct="0">
        <a:spcBef>
          <a:spcPct val="0"/>
        </a:spcBef>
        <a:spcAft>
          <a:spcPct val="0"/>
        </a:spcAft>
        <a:defRPr sz="3600">
          <a:solidFill>
            <a:schemeClr val="accent1"/>
          </a:solidFill>
          <a:latin typeface="Century Gothic" charset="0"/>
          <a:ea typeface="MS PGothic" panose="020B0600070205080204" pitchFamily="34" charset="-128"/>
          <a:cs typeface="ＭＳ Ｐゴシック" charset="0"/>
        </a:defRPr>
      </a:lvl5pPr>
      <a:lvl6pPr marL="457200" algn="l" rtl="0" fontAlgn="base">
        <a:spcBef>
          <a:spcPct val="0"/>
        </a:spcBef>
        <a:spcAft>
          <a:spcPct val="0"/>
        </a:spcAft>
        <a:defRPr sz="3600">
          <a:solidFill>
            <a:schemeClr val="accent1"/>
          </a:solidFill>
          <a:latin typeface="Century Gothic" charset="0"/>
          <a:ea typeface="ＭＳ Ｐゴシック" charset="0"/>
          <a:cs typeface="ＭＳ Ｐゴシック" charset="0"/>
        </a:defRPr>
      </a:lvl6pPr>
      <a:lvl7pPr marL="914400" algn="l" rtl="0" fontAlgn="base">
        <a:spcBef>
          <a:spcPct val="0"/>
        </a:spcBef>
        <a:spcAft>
          <a:spcPct val="0"/>
        </a:spcAft>
        <a:defRPr sz="3600">
          <a:solidFill>
            <a:schemeClr val="accent1"/>
          </a:solidFill>
          <a:latin typeface="Century Gothic" charset="0"/>
          <a:ea typeface="ＭＳ Ｐゴシック" charset="0"/>
          <a:cs typeface="ＭＳ Ｐゴシック" charset="0"/>
        </a:defRPr>
      </a:lvl7pPr>
      <a:lvl8pPr marL="1371600" algn="l" rtl="0" fontAlgn="base">
        <a:spcBef>
          <a:spcPct val="0"/>
        </a:spcBef>
        <a:spcAft>
          <a:spcPct val="0"/>
        </a:spcAft>
        <a:defRPr sz="3600">
          <a:solidFill>
            <a:schemeClr val="accent1"/>
          </a:solidFill>
          <a:latin typeface="Century Gothic" charset="0"/>
          <a:ea typeface="ＭＳ Ｐゴシック" charset="0"/>
          <a:cs typeface="ＭＳ Ｐゴシック" charset="0"/>
        </a:defRPr>
      </a:lvl8pPr>
      <a:lvl9pPr marL="1828800" algn="l" rtl="0" fontAlgn="base">
        <a:spcBef>
          <a:spcPct val="0"/>
        </a:spcBef>
        <a:spcAft>
          <a:spcPct val="0"/>
        </a:spcAft>
        <a:defRPr sz="3600">
          <a:solidFill>
            <a:schemeClr val="accent1"/>
          </a:solidFill>
          <a:latin typeface="Century Gothic" charset="0"/>
          <a:ea typeface="ＭＳ Ｐゴシック" charset="0"/>
          <a:cs typeface="ＭＳ Ｐゴシック" charset="0"/>
        </a:defRPr>
      </a:lvl9pPr>
    </p:titleStyle>
    <p:bodyStyle>
      <a:lvl1pPr marL="228600" indent="-228600" algn="l" rtl="0" eaLnBrk="0" fontAlgn="base" hangingPunct="0">
        <a:spcBef>
          <a:spcPts val="1800"/>
        </a:spcBef>
        <a:spcAft>
          <a:spcPct val="0"/>
        </a:spcAft>
        <a:buClr>
          <a:schemeClr val="accent1"/>
        </a:buClr>
        <a:buSzPct val="100000"/>
        <a:buFont typeface="Wingdings 2" panose="05020102010507070707" pitchFamily="18" charset="2"/>
        <a:buChar char="¡"/>
        <a:defRPr sz="2000" kern="1200">
          <a:solidFill>
            <a:schemeClr val="tx2"/>
          </a:solidFill>
          <a:latin typeface="+mn-lt"/>
          <a:ea typeface="MS PGothic" panose="020B0600070205080204" pitchFamily="34" charset="-128"/>
          <a:cs typeface="ＭＳ Ｐゴシック" charset="0"/>
        </a:defRPr>
      </a:lvl1pPr>
      <a:lvl2pPr marL="457200" indent="-228600" algn="l" rtl="0" eaLnBrk="0" fontAlgn="base" hangingPunct="0">
        <a:spcBef>
          <a:spcPts val="600"/>
        </a:spcBef>
        <a:spcAft>
          <a:spcPct val="0"/>
        </a:spcAft>
        <a:buClr>
          <a:srgbClr val="4D0000"/>
        </a:buClr>
        <a:buSzPct val="100000"/>
        <a:buFont typeface="Wingdings 2" panose="05020102010507070707" pitchFamily="18" charset="2"/>
        <a:buChar char="¡"/>
        <a:defRPr kern="1200">
          <a:solidFill>
            <a:schemeClr val="tx2"/>
          </a:solidFill>
          <a:latin typeface="+mn-lt"/>
          <a:ea typeface="MS PGothic" panose="020B0600070205080204" pitchFamily="34" charset="-128"/>
          <a:cs typeface="+mn-cs"/>
        </a:defRPr>
      </a:lvl2pPr>
      <a:lvl3pPr marL="685800" indent="-228600" algn="l" rtl="0" eaLnBrk="0" fontAlgn="base" hangingPunct="0">
        <a:spcBef>
          <a:spcPts val="600"/>
        </a:spcBef>
        <a:spcAft>
          <a:spcPct val="0"/>
        </a:spcAft>
        <a:buClr>
          <a:schemeClr val="accent1"/>
        </a:buClr>
        <a:buSzPct val="100000"/>
        <a:buFont typeface="Wingdings 2" panose="05020102010507070707" pitchFamily="18" charset="2"/>
        <a:buChar char="¡"/>
        <a:defRPr kern="1200">
          <a:solidFill>
            <a:schemeClr val="tx2"/>
          </a:solidFill>
          <a:latin typeface="+mn-lt"/>
          <a:ea typeface="MS PGothic" panose="020B0600070205080204" pitchFamily="34" charset="-128"/>
          <a:cs typeface="+mn-cs"/>
        </a:defRPr>
      </a:lvl3pPr>
      <a:lvl4pPr marL="914400" indent="-228600" algn="l" rtl="0" eaLnBrk="0" fontAlgn="base" hangingPunct="0">
        <a:spcBef>
          <a:spcPts val="600"/>
        </a:spcBef>
        <a:spcAft>
          <a:spcPct val="0"/>
        </a:spcAft>
        <a:buClr>
          <a:srgbClr val="4D0000"/>
        </a:buClr>
        <a:buSzPct val="100000"/>
        <a:buFont typeface="Wingdings 2" panose="05020102010507070707" pitchFamily="18" charset="2"/>
        <a:buChar char="¡"/>
        <a:defRPr kern="1200">
          <a:solidFill>
            <a:schemeClr val="tx2"/>
          </a:solidFill>
          <a:latin typeface="+mn-lt"/>
          <a:ea typeface="MS PGothic" panose="020B0600070205080204" pitchFamily="34" charset="-128"/>
          <a:cs typeface="+mn-cs"/>
        </a:defRPr>
      </a:lvl4pPr>
      <a:lvl5pPr marL="1143000" indent="-228600" algn="l" rtl="0" eaLnBrk="0" fontAlgn="base" hangingPunct="0">
        <a:spcBef>
          <a:spcPts val="600"/>
        </a:spcBef>
        <a:spcAft>
          <a:spcPct val="0"/>
        </a:spcAft>
        <a:buClr>
          <a:schemeClr val="accent1"/>
        </a:buClr>
        <a:buSzPct val="100000"/>
        <a:buFont typeface="Wingdings 2" panose="05020102010507070707" pitchFamily="18" charset="2"/>
        <a:buChar char="¡"/>
        <a:defRPr kern="1200">
          <a:solidFill>
            <a:schemeClr val="tx2"/>
          </a:solidFill>
          <a:latin typeface="+mn-lt"/>
          <a:ea typeface="MS PGothic" panose="020B0600070205080204" pitchFamily="34" charset="-128"/>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ctrTitle"/>
          </p:nvPr>
        </p:nvSpPr>
        <p:spPr>
          <a:xfrm>
            <a:off x="4727576" y="4508500"/>
            <a:ext cx="5459413" cy="1049338"/>
          </a:xfrm>
        </p:spPr>
        <p:txBody>
          <a:bodyPr>
            <a:noAutofit/>
          </a:bodyPr>
          <a:lstStyle/>
          <a:p>
            <a:pPr fontAlgn="auto">
              <a:spcBef>
                <a:spcPts val="0"/>
              </a:spcBef>
              <a:spcAft>
                <a:spcPts val="0"/>
              </a:spcAft>
              <a:defRPr/>
            </a:pPr>
            <a:r>
              <a:rPr lang="en-US" sz="4400" b="1" dirty="0" smtClean="0">
                <a:solidFill>
                  <a:srgbClr val="002060"/>
                </a:solidFill>
                <a:ea typeface="+mn-ea"/>
                <a:cs typeface="+mn-cs"/>
              </a:rPr>
              <a:t>Network Attacks</a:t>
            </a:r>
            <a:endParaRPr lang="en-US" sz="4400" b="1" dirty="0">
              <a:solidFill>
                <a:srgbClr val="002060"/>
              </a:solidFill>
              <a:ea typeface="+mn-ea"/>
              <a:cs typeface="+mn-cs"/>
            </a:endParaRPr>
          </a:p>
        </p:txBody>
      </p:sp>
    </p:spTree>
    <p:extLst>
      <p:ext uri="{BB962C8B-B14F-4D97-AF65-F5344CB8AC3E}">
        <p14:creationId xmlns:p14="http://schemas.microsoft.com/office/powerpoint/2010/main" val="81759482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idx="4294967295"/>
          </p:nvPr>
        </p:nvSpPr>
        <p:spPr>
          <a:xfrm>
            <a:off x="1429555" y="466726"/>
            <a:ext cx="8458200" cy="1066800"/>
          </a:xfrm>
        </p:spPr>
        <p:txBody>
          <a:bodyPr/>
          <a:lstStyle/>
          <a:p>
            <a:pPr eaLnBrk="1" hangingPunct="1"/>
            <a:r>
              <a:rPr lang="en-US" altLang="en-US" sz="4400" b="1" dirty="0">
                <a:effectLst>
                  <a:outerShdw blurRad="38100" dist="38100" dir="2700000" algn="tl">
                    <a:srgbClr val="C0C0C0"/>
                  </a:outerShdw>
                </a:effectLst>
                <a:ea typeface="ヒラギノ角ゴ Pro W3" charset="-128"/>
              </a:rPr>
              <a:t>Types of Attacks</a:t>
            </a:r>
          </a:p>
        </p:txBody>
      </p:sp>
      <p:sp>
        <p:nvSpPr>
          <p:cNvPr id="12291" name="Rectangle 3"/>
          <p:cNvSpPr>
            <a:spLocks noGrp="1" noChangeArrowheads="1"/>
          </p:cNvSpPr>
          <p:nvPr>
            <p:ph type="body" idx="4294967295"/>
          </p:nvPr>
        </p:nvSpPr>
        <p:spPr>
          <a:xfrm>
            <a:off x="1183782" y="2185118"/>
            <a:ext cx="10098109" cy="3810000"/>
          </a:xfrm>
        </p:spPr>
        <p:txBody>
          <a:bodyPr/>
          <a:lstStyle/>
          <a:p>
            <a:pPr marL="342900" lvl="1" indent="-342900">
              <a:buFontTx/>
              <a:buChar char="•"/>
              <a:defRPr/>
            </a:pPr>
            <a:r>
              <a:rPr lang="en-US" sz="2600" dirty="0">
                <a:solidFill>
                  <a:schemeClr val="tx1"/>
                </a:solidFill>
                <a:latin typeface="Gill Sans MT" panose="020B0502020104020203" pitchFamily="34" charset="0"/>
                <a:ea typeface="ＭＳ Ｐゴシック" pitchFamily="34" charset="-128"/>
                <a:cs typeface="ＭＳ Ｐゴシック" pitchFamily="-105" charset="-128"/>
              </a:rPr>
              <a:t>Denial-of-service</a:t>
            </a:r>
          </a:p>
          <a:p>
            <a:pPr marL="342900" lvl="1" indent="-342900">
              <a:buFontTx/>
              <a:buChar char="•"/>
              <a:defRPr/>
            </a:pPr>
            <a:r>
              <a:rPr lang="en-US" sz="2600" dirty="0" smtClean="0">
                <a:solidFill>
                  <a:schemeClr val="tx1"/>
                </a:solidFill>
                <a:latin typeface="Gill Sans MT" panose="020B0502020104020203" pitchFamily="34" charset="0"/>
                <a:ea typeface="ＭＳ Ｐゴシック" pitchFamily="34" charset="-128"/>
                <a:cs typeface="ＭＳ Ｐゴシック" pitchFamily="-105" charset="-128"/>
              </a:rPr>
              <a:t>Backdoors</a:t>
            </a:r>
          </a:p>
          <a:p>
            <a:pPr marL="342900" lvl="1" indent="-342900">
              <a:buFontTx/>
              <a:buChar char="•"/>
              <a:defRPr/>
            </a:pPr>
            <a:r>
              <a:rPr lang="en-US" sz="2600" dirty="0" smtClean="0">
                <a:solidFill>
                  <a:schemeClr val="tx1"/>
                </a:solidFill>
                <a:latin typeface="Gill Sans MT" panose="020B0502020104020203" pitchFamily="34" charset="0"/>
                <a:ea typeface="ＭＳ Ｐゴシック" pitchFamily="34" charset="-128"/>
                <a:cs typeface="ＭＳ Ｐゴシック" pitchFamily="-105" charset="-128"/>
              </a:rPr>
              <a:t>Sniffing</a:t>
            </a:r>
            <a:endParaRPr lang="en-US" sz="2600" dirty="0">
              <a:solidFill>
                <a:schemeClr val="tx1"/>
              </a:solidFill>
              <a:latin typeface="Gill Sans MT" panose="020B0502020104020203" pitchFamily="34" charset="0"/>
              <a:ea typeface="ＭＳ Ｐゴシック" pitchFamily="34" charset="-128"/>
              <a:cs typeface="ＭＳ Ｐゴシック" pitchFamily="-105" charset="-128"/>
            </a:endParaRPr>
          </a:p>
          <a:p>
            <a:pPr marL="342900" lvl="1" indent="-342900">
              <a:buFontTx/>
              <a:buChar char="•"/>
              <a:defRPr/>
            </a:pPr>
            <a:r>
              <a:rPr lang="en-US" sz="2600" dirty="0">
                <a:solidFill>
                  <a:schemeClr val="tx1"/>
                </a:solidFill>
                <a:latin typeface="Gill Sans MT" panose="020B0502020104020203" pitchFamily="34" charset="0"/>
                <a:ea typeface="ＭＳ Ｐゴシック" pitchFamily="34" charset="-128"/>
                <a:cs typeface="ＭＳ Ｐゴシック" pitchFamily="-105" charset="-128"/>
              </a:rPr>
              <a:t>Spoofing</a:t>
            </a:r>
          </a:p>
          <a:p>
            <a:pPr marL="342900" lvl="1" indent="-342900">
              <a:buFontTx/>
              <a:buChar char="•"/>
              <a:defRPr/>
            </a:pPr>
            <a:r>
              <a:rPr lang="en-US" sz="2600" dirty="0">
                <a:solidFill>
                  <a:schemeClr val="tx1"/>
                </a:solidFill>
                <a:latin typeface="Gill Sans MT" panose="020B0502020104020203" pitchFamily="34" charset="0"/>
                <a:ea typeface="ＭＳ Ｐゴシック" pitchFamily="34" charset="-128"/>
                <a:cs typeface="ＭＳ Ｐゴシック" pitchFamily="-105" charset="-128"/>
              </a:rPr>
              <a:t>Man-in-the-middle</a:t>
            </a:r>
          </a:p>
          <a:p>
            <a:pPr marL="342900" lvl="1" indent="-342900">
              <a:buFontTx/>
              <a:buChar char="•"/>
              <a:defRPr/>
            </a:pPr>
            <a:r>
              <a:rPr lang="en-US" sz="2600" dirty="0">
                <a:solidFill>
                  <a:schemeClr val="tx1"/>
                </a:solidFill>
                <a:latin typeface="Gill Sans MT" panose="020B0502020104020203" pitchFamily="34" charset="0"/>
                <a:ea typeface="ＭＳ Ｐゴシック" pitchFamily="34" charset="-128"/>
                <a:cs typeface="ＭＳ Ｐゴシック" pitchFamily="-105" charset="-128"/>
              </a:rPr>
              <a:t>Replay</a:t>
            </a:r>
          </a:p>
          <a:p>
            <a:pPr marL="342900" lvl="1" indent="-342900">
              <a:buFontTx/>
              <a:buChar char="•"/>
              <a:defRPr/>
            </a:pPr>
            <a:r>
              <a:rPr lang="en-US" sz="2600" dirty="0">
                <a:solidFill>
                  <a:schemeClr val="tx1"/>
                </a:solidFill>
                <a:latin typeface="Gill Sans MT" panose="020B0502020104020203" pitchFamily="34" charset="0"/>
                <a:ea typeface="ＭＳ Ｐゴシック" pitchFamily="34" charset="-128"/>
                <a:cs typeface="ＭＳ Ｐゴシック" pitchFamily="-105" charset="-128"/>
              </a:rPr>
              <a:t>TCP/IP </a:t>
            </a:r>
            <a:r>
              <a:rPr lang="en-US" sz="2600" dirty="0" smtClean="0">
                <a:solidFill>
                  <a:schemeClr val="tx1"/>
                </a:solidFill>
                <a:latin typeface="Gill Sans MT" panose="020B0502020104020203" pitchFamily="34" charset="0"/>
                <a:ea typeface="ＭＳ Ｐゴシック" pitchFamily="34" charset="-128"/>
                <a:cs typeface="ＭＳ Ｐゴシック" pitchFamily="-105" charset="-128"/>
              </a:rPr>
              <a:t>hijacking</a:t>
            </a:r>
          </a:p>
          <a:p>
            <a:pPr marL="342900" lvl="1" indent="-342900">
              <a:spcBef>
                <a:spcPct val="20000"/>
              </a:spcBef>
              <a:buFontTx/>
              <a:buChar char="•"/>
              <a:defRPr/>
            </a:pPr>
            <a:r>
              <a:rPr lang="en-US" sz="2600" dirty="0">
                <a:solidFill>
                  <a:srgbClr val="000000"/>
                </a:solidFill>
                <a:latin typeface="Gill Sans MT" panose="020B0502020104020203" pitchFamily="34" charset="0"/>
                <a:ea typeface="ＭＳ Ｐゴシック" pitchFamily="34" charset="-128"/>
                <a:cs typeface="ＭＳ Ｐゴシック" pitchFamily="-105" charset="-128"/>
              </a:rPr>
              <a:t>Drive-by downloads</a:t>
            </a:r>
          </a:p>
          <a:p>
            <a:pPr marL="342900" lvl="1" indent="-342900">
              <a:spcBef>
                <a:spcPct val="20000"/>
              </a:spcBef>
              <a:buFontTx/>
              <a:buChar char="•"/>
              <a:defRPr/>
            </a:pPr>
            <a:r>
              <a:rPr lang="en-US" sz="2600" dirty="0">
                <a:solidFill>
                  <a:srgbClr val="000000"/>
                </a:solidFill>
                <a:latin typeface="Gill Sans MT" panose="020B0502020104020203" pitchFamily="34" charset="0"/>
                <a:ea typeface="ＭＳ Ｐゴシック" pitchFamily="34" charset="-128"/>
                <a:cs typeface="ＭＳ Ｐゴシック" pitchFamily="-105" charset="-128"/>
              </a:rPr>
              <a:t>Phishing/pharming</a:t>
            </a:r>
          </a:p>
          <a:p>
            <a:pPr marL="342900" lvl="1" indent="-342900">
              <a:buFontTx/>
              <a:buChar char="•"/>
              <a:defRPr/>
            </a:pPr>
            <a:endParaRPr lang="en-US" sz="2600" dirty="0">
              <a:solidFill>
                <a:schemeClr val="tx1"/>
              </a:solidFill>
              <a:latin typeface="Gill Sans MT" panose="020B0502020104020203" pitchFamily="34" charset="0"/>
              <a:ea typeface="ＭＳ Ｐゴシック" pitchFamily="34" charset="-128"/>
              <a:cs typeface="ＭＳ Ｐゴシック" pitchFamily="-105" charset="-128"/>
            </a:endParaRPr>
          </a:p>
          <a:p>
            <a:pPr lvl="1" eaLnBrk="1" hangingPunct="1">
              <a:buFontTx/>
              <a:buNone/>
              <a:defRPr/>
            </a:pPr>
            <a:endParaRPr lang="en-US" sz="3200" dirty="0">
              <a:latin typeface="Calibri" pitchFamily="34" charset="0"/>
            </a:endParaRPr>
          </a:p>
        </p:txBody>
      </p:sp>
    </p:spTree>
    <p:extLst>
      <p:ext uri="{BB962C8B-B14F-4D97-AF65-F5344CB8AC3E}">
        <p14:creationId xmlns:p14="http://schemas.microsoft.com/office/powerpoint/2010/main" val="2907581097"/>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idx="4294967295"/>
          </p:nvPr>
        </p:nvSpPr>
        <p:spPr>
          <a:xfrm>
            <a:off x="1416676" y="497983"/>
            <a:ext cx="8458200" cy="990600"/>
          </a:xfrm>
        </p:spPr>
        <p:txBody>
          <a:bodyPr/>
          <a:lstStyle/>
          <a:p>
            <a:pPr eaLnBrk="1" hangingPunct="1"/>
            <a:r>
              <a:rPr lang="en-US" altLang="en-US" sz="4400" b="1" dirty="0">
                <a:effectLst>
                  <a:outerShdw blurRad="38100" dist="38100" dir="2700000" algn="tl">
                    <a:srgbClr val="C0C0C0"/>
                  </a:outerShdw>
                </a:effectLst>
                <a:ea typeface="ヒラギノ角ゴ Pro W3" charset="-128"/>
              </a:rPr>
              <a:t>Denial-of-Service Attack</a:t>
            </a:r>
          </a:p>
        </p:txBody>
      </p:sp>
      <p:sp>
        <p:nvSpPr>
          <p:cNvPr id="12291" name="Rectangle 3"/>
          <p:cNvSpPr>
            <a:spLocks noGrp="1" noChangeArrowheads="1"/>
          </p:cNvSpPr>
          <p:nvPr>
            <p:ph type="body" idx="4294967295"/>
          </p:nvPr>
        </p:nvSpPr>
        <p:spPr>
          <a:xfrm>
            <a:off x="1302375" y="2167943"/>
            <a:ext cx="10417399" cy="4812406"/>
          </a:xfrm>
        </p:spPr>
        <p:txBody>
          <a:bodyPr/>
          <a:lstStyle/>
          <a:p>
            <a:pPr marL="342900" lvl="1" indent="-342900" eaLnBrk="1" hangingPunct="1">
              <a:lnSpc>
                <a:spcPct val="114000"/>
              </a:lnSpc>
              <a:spcAft>
                <a:spcPts val="600"/>
              </a:spcAft>
              <a:buFontTx/>
              <a:buChar char="•"/>
              <a:defRPr/>
            </a:pPr>
            <a:r>
              <a:rPr lang="en-US" sz="2400" dirty="0">
                <a:solidFill>
                  <a:schemeClr val="tx1"/>
                </a:solidFill>
                <a:latin typeface="Gill Sans MT" panose="020B0502020104020203" pitchFamily="34" charset="0"/>
                <a:cs typeface="ヒラギノ角ゴ Pro W3" pitchFamily="-111" charset="-128"/>
              </a:rPr>
              <a:t>Exploit known identified vulnerabilities</a:t>
            </a:r>
          </a:p>
          <a:p>
            <a:pPr marL="342900" lvl="1" indent="-342900" eaLnBrk="1" hangingPunct="1">
              <a:lnSpc>
                <a:spcPct val="114000"/>
              </a:lnSpc>
              <a:spcAft>
                <a:spcPts val="600"/>
              </a:spcAft>
              <a:buFontTx/>
              <a:buChar char="•"/>
              <a:defRPr/>
            </a:pPr>
            <a:r>
              <a:rPr lang="en-US" sz="2400" dirty="0">
                <a:solidFill>
                  <a:schemeClr val="tx1"/>
                </a:solidFill>
                <a:latin typeface="Gill Sans MT" panose="020B0502020104020203" pitchFamily="34" charset="0"/>
                <a:cs typeface="ヒラギノ角ゴ Pro W3" pitchFamily="-111" charset="-128"/>
              </a:rPr>
              <a:t>Purpose is to prevent normal system operations for authorized users</a:t>
            </a:r>
          </a:p>
          <a:p>
            <a:pPr marL="342900" lvl="1" indent="-342900" eaLnBrk="1" hangingPunct="1">
              <a:lnSpc>
                <a:spcPct val="114000"/>
              </a:lnSpc>
              <a:spcAft>
                <a:spcPts val="600"/>
              </a:spcAft>
              <a:buFontTx/>
              <a:buChar char="•"/>
              <a:defRPr/>
            </a:pPr>
            <a:r>
              <a:rPr lang="en-US" sz="2400" dirty="0">
                <a:solidFill>
                  <a:schemeClr val="tx1"/>
                </a:solidFill>
                <a:latin typeface="Gill Sans MT" panose="020B0502020104020203" pitchFamily="34" charset="0"/>
                <a:cs typeface="ヒラギノ角ゴ Pro W3" pitchFamily="-111" charset="-128"/>
              </a:rPr>
              <a:t>Can be accomplished in multiple ways</a:t>
            </a:r>
          </a:p>
          <a:p>
            <a:pPr lvl="1">
              <a:lnSpc>
                <a:spcPct val="114000"/>
              </a:lnSpc>
              <a:spcAft>
                <a:spcPts val="600"/>
              </a:spcAft>
              <a:defRPr/>
            </a:pPr>
            <a:r>
              <a:rPr lang="en-US" sz="2400" dirty="0">
                <a:latin typeface="Gill Sans MT" panose="020B0502020104020203" pitchFamily="34" charset="0"/>
              </a:rPr>
              <a:t>Take the system offline</a:t>
            </a:r>
          </a:p>
          <a:p>
            <a:pPr lvl="1">
              <a:lnSpc>
                <a:spcPct val="114000"/>
              </a:lnSpc>
              <a:spcAft>
                <a:spcPts val="600"/>
              </a:spcAft>
              <a:defRPr/>
            </a:pPr>
            <a:r>
              <a:rPr lang="en-US" sz="2400" dirty="0">
                <a:latin typeface="Gill Sans MT" panose="020B0502020104020203" pitchFamily="34" charset="0"/>
              </a:rPr>
              <a:t>Overwhelm the system with requests</a:t>
            </a:r>
          </a:p>
          <a:p>
            <a:pPr lvl="1" eaLnBrk="1" hangingPunct="1">
              <a:lnSpc>
                <a:spcPct val="114000"/>
              </a:lnSpc>
              <a:spcAft>
                <a:spcPts val="600"/>
              </a:spcAft>
              <a:buFontTx/>
              <a:buNone/>
              <a:defRPr/>
            </a:pPr>
            <a:endParaRPr lang="en-US" sz="2400" dirty="0">
              <a:latin typeface="Gill Sans MT" panose="020B0502020104020203" pitchFamily="34" charset="0"/>
            </a:endParaRPr>
          </a:p>
        </p:txBody>
      </p:sp>
    </p:spTree>
    <p:extLst>
      <p:ext uri="{BB962C8B-B14F-4D97-AF65-F5344CB8AC3E}">
        <p14:creationId xmlns:p14="http://schemas.microsoft.com/office/powerpoint/2010/main" val="2231704011"/>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23392" y="425003"/>
            <a:ext cx="9518848" cy="1143000"/>
          </a:xfrm>
        </p:spPr>
        <p:txBody>
          <a:bodyPr/>
          <a:lstStyle/>
          <a:p>
            <a:pPr eaLnBrk="1" hangingPunct="1"/>
            <a:r>
              <a:rPr lang="en-US" altLang="en-US" sz="4400" dirty="0">
                <a:effectLst>
                  <a:outerShdw blurRad="38100" dist="38100" dir="2700000" algn="tl">
                    <a:srgbClr val="C0C0C0"/>
                  </a:outerShdw>
                </a:effectLst>
                <a:ea typeface="ヒラギノ角ゴ Pro W3" charset="-128"/>
              </a:rPr>
              <a:t>SYN Flood Attack</a:t>
            </a:r>
          </a:p>
        </p:txBody>
      </p:sp>
      <p:sp>
        <p:nvSpPr>
          <p:cNvPr id="12291" name="Rectangle 3"/>
          <p:cNvSpPr>
            <a:spLocks noGrp="1" noChangeArrowheads="1"/>
          </p:cNvSpPr>
          <p:nvPr>
            <p:ph idx="1"/>
          </p:nvPr>
        </p:nvSpPr>
        <p:spPr/>
        <p:txBody>
          <a:bodyPr/>
          <a:lstStyle/>
          <a:p>
            <a:pPr marL="342900" lvl="1" indent="-342900" eaLnBrk="1" hangingPunct="1">
              <a:lnSpc>
                <a:spcPct val="114000"/>
              </a:lnSpc>
              <a:spcAft>
                <a:spcPts val="600"/>
              </a:spcAft>
              <a:buFontTx/>
              <a:buChar char="•"/>
              <a:defRPr/>
            </a:pPr>
            <a:r>
              <a:rPr lang="en-US" sz="2800" dirty="0">
                <a:solidFill>
                  <a:schemeClr val="tx1"/>
                </a:solidFill>
                <a:cs typeface="ヒラギノ角ゴ Pro W3" pitchFamily="-111" charset="-128"/>
              </a:rPr>
              <a:t>An example of a </a:t>
            </a:r>
            <a:r>
              <a:rPr lang="en-US" sz="2800" dirty="0" err="1">
                <a:solidFill>
                  <a:schemeClr val="tx1"/>
                </a:solidFill>
                <a:cs typeface="ヒラギノ角ゴ Pro W3" pitchFamily="-111" charset="-128"/>
              </a:rPr>
              <a:t>DoS</a:t>
            </a:r>
            <a:r>
              <a:rPr lang="en-US" sz="2800" dirty="0">
                <a:solidFill>
                  <a:schemeClr val="tx1"/>
                </a:solidFill>
                <a:cs typeface="ヒラギノ角ゴ Pro W3" pitchFamily="-111" charset="-128"/>
              </a:rPr>
              <a:t> attack targeting a specific protocol or service</a:t>
            </a:r>
          </a:p>
          <a:p>
            <a:pPr lvl="1">
              <a:lnSpc>
                <a:spcPct val="114000"/>
              </a:lnSpc>
              <a:spcAft>
                <a:spcPts val="600"/>
              </a:spcAft>
              <a:defRPr/>
            </a:pPr>
            <a:r>
              <a:rPr lang="en-US" sz="2800" dirty="0">
                <a:latin typeface="Calibri" pitchFamily="34" charset="0"/>
              </a:rPr>
              <a:t>Illustrates basic principles of most </a:t>
            </a:r>
            <a:r>
              <a:rPr lang="en-US" sz="2800" dirty="0" err="1">
                <a:latin typeface="Calibri" pitchFamily="34" charset="0"/>
              </a:rPr>
              <a:t>DoS</a:t>
            </a:r>
            <a:r>
              <a:rPr lang="en-US" sz="2800" dirty="0">
                <a:latin typeface="Calibri" pitchFamily="34" charset="0"/>
              </a:rPr>
              <a:t> attacks </a:t>
            </a:r>
          </a:p>
          <a:p>
            <a:pPr marL="342900" lvl="1" indent="-342900" eaLnBrk="1" hangingPunct="1">
              <a:lnSpc>
                <a:spcPct val="114000"/>
              </a:lnSpc>
              <a:spcAft>
                <a:spcPts val="600"/>
              </a:spcAft>
              <a:buFontTx/>
              <a:buChar char="•"/>
              <a:defRPr/>
            </a:pPr>
            <a:r>
              <a:rPr lang="en-US" sz="2800" dirty="0">
                <a:solidFill>
                  <a:schemeClr val="tx1"/>
                </a:solidFill>
                <a:cs typeface="ヒラギノ角ゴ Pro W3" pitchFamily="-111" charset="-128"/>
              </a:rPr>
              <a:t>Exploit a weakness inherent to the function of the TCP/IP protocol</a:t>
            </a:r>
          </a:p>
          <a:p>
            <a:pPr lvl="1">
              <a:lnSpc>
                <a:spcPct val="114000"/>
              </a:lnSpc>
              <a:spcAft>
                <a:spcPts val="600"/>
              </a:spcAft>
              <a:defRPr/>
            </a:pPr>
            <a:r>
              <a:rPr lang="en-US" sz="2800" dirty="0">
                <a:latin typeface="Calibri" pitchFamily="34" charset="0"/>
              </a:rPr>
              <a:t>Uses TCP three-way handshake to flood a system with faked connection requests</a:t>
            </a:r>
          </a:p>
          <a:p>
            <a:pPr lvl="1" eaLnBrk="1" hangingPunct="1">
              <a:buFontTx/>
              <a:buNone/>
              <a:defRPr/>
            </a:pPr>
            <a:endParaRPr lang="en-US" sz="3200" dirty="0">
              <a:latin typeface="Calibri" pitchFamily="34" charset="0"/>
            </a:endParaRPr>
          </a:p>
        </p:txBody>
      </p:sp>
    </p:spTree>
    <p:extLst>
      <p:ext uri="{BB962C8B-B14F-4D97-AF65-F5344CB8AC3E}">
        <p14:creationId xmlns:p14="http://schemas.microsoft.com/office/powerpoint/2010/main" val="1373347492"/>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23392" y="450760"/>
            <a:ext cx="9518848" cy="1143000"/>
          </a:xfrm>
        </p:spPr>
        <p:txBody>
          <a:bodyPr/>
          <a:lstStyle/>
          <a:p>
            <a:pPr eaLnBrk="1" hangingPunct="1"/>
            <a:r>
              <a:rPr lang="en-US" altLang="en-US" sz="4400" dirty="0">
                <a:effectLst>
                  <a:outerShdw blurRad="38100" dist="38100" dir="2700000" algn="tl">
                    <a:srgbClr val="C0C0C0"/>
                  </a:outerShdw>
                </a:effectLst>
                <a:ea typeface="ヒラギノ角ゴ Pro W3" charset="-128"/>
              </a:rPr>
              <a:t>TCP Three-Way Handshake</a:t>
            </a:r>
          </a:p>
        </p:txBody>
      </p:sp>
      <p:sp>
        <p:nvSpPr>
          <p:cNvPr id="68610" name="Rectangle 3"/>
          <p:cNvSpPr>
            <a:spLocks noGrp="1" noChangeArrowheads="1"/>
          </p:cNvSpPr>
          <p:nvPr>
            <p:ph idx="1"/>
          </p:nvPr>
        </p:nvSpPr>
        <p:spPr/>
        <p:txBody>
          <a:bodyPr/>
          <a:lstStyle/>
          <a:p>
            <a:pPr marL="342900" lvl="1" indent="-342900">
              <a:buFontTx/>
              <a:buChar char="•"/>
            </a:pPr>
            <a:r>
              <a:rPr lang="en-US" altLang="en-US" sz="2500">
                <a:solidFill>
                  <a:schemeClr val="tx1"/>
                </a:solidFill>
              </a:rPr>
              <a:t>System 1 sends SYN packet to System 2.</a:t>
            </a:r>
          </a:p>
          <a:p>
            <a:pPr marL="342900" lvl="1" indent="-342900">
              <a:buFontTx/>
              <a:buChar char="•"/>
            </a:pPr>
            <a:r>
              <a:rPr lang="en-US" altLang="en-US" sz="2500">
                <a:solidFill>
                  <a:schemeClr val="tx1"/>
                </a:solidFill>
              </a:rPr>
              <a:t>System 2 responds with SYN/ACK packet.</a:t>
            </a:r>
          </a:p>
          <a:p>
            <a:pPr marL="342900" lvl="1" indent="-342900">
              <a:buFontTx/>
              <a:buChar char="•"/>
            </a:pPr>
            <a:r>
              <a:rPr lang="en-US" altLang="en-US" sz="2500">
                <a:solidFill>
                  <a:schemeClr val="tx1"/>
                </a:solidFill>
              </a:rPr>
              <a:t>System 1 sends ACK packet  to System 2 and communications can then proceed.</a:t>
            </a:r>
          </a:p>
        </p:txBody>
      </p:sp>
      <p:pic>
        <p:nvPicPr>
          <p:cNvPr id="68611" name="Picture 2" descr="F:\Vinny_IM\_Art_JPG\CH15\F15-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4267200"/>
            <a:ext cx="86106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41362897"/>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23392" y="231819"/>
            <a:ext cx="9518848" cy="1143000"/>
          </a:xfrm>
        </p:spPr>
        <p:txBody>
          <a:bodyPr/>
          <a:lstStyle/>
          <a:p>
            <a:pPr eaLnBrk="1" hangingPunct="1"/>
            <a:r>
              <a:rPr lang="en-US" altLang="en-US" sz="4400">
                <a:effectLst>
                  <a:outerShdw blurRad="38100" dist="38100" dir="2700000" algn="tl">
                    <a:srgbClr val="C0C0C0"/>
                  </a:outerShdw>
                </a:effectLst>
                <a:ea typeface="ヒラギノ角ゴ Pro W3" charset="-128"/>
              </a:rPr>
              <a:t>Steps of a SYN Flood Attack</a:t>
            </a:r>
          </a:p>
        </p:txBody>
      </p:sp>
      <p:sp>
        <p:nvSpPr>
          <p:cNvPr id="70658" name="Rectangle 3"/>
          <p:cNvSpPr>
            <a:spLocks noGrp="1" noChangeArrowheads="1"/>
          </p:cNvSpPr>
          <p:nvPr>
            <p:ph idx="1"/>
          </p:nvPr>
        </p:nvSpPr>
        <p:spPr/>
        <p:txBody>
          <a:bodyPr/>
          <a:lstStyle/>
          <a:p>
            <a:pPr marL="514350" lvl="1" indent="-514350">
              <a:buFontTx/>
              <a:buAutoNum type="arabicPeriod"/>
            </a:pPr>
            <a:r>
              <a:rPr lang="en-US" altLang="en-US" sz="2800" dirty="0">
                <a:solidFill>
                  <a:schemeClr val="tx1"/>
                </a:solidFill>
              </a:rPr>
              <a:t>Communication request sent to target system.</a:t>
            </a:r>
          </a:p>
          <a:p>
            <a:pPr marL="514350" lvl="1" indent="-514350">
              <a:buFontTx/>
              <a:buAutoNum type="arabicPeriod"/>
            </a:pPr>
            <a:r>
              <a:rPr lang="en-US" altLang="en-US" sz="2800" dirty="0">
                <a:solidFill>
                  <a:schemeClr val="tx1"/>
                </a:solidFill>
              </a:rPr>
              <a:t>Target responds to faked IP address.</a:t>
            </a:r>
          </a:p>
          <a:p>
            <a:pPr marL="514350" lvl="1" indent="-514350">
              <a:buFontTx/>
              <a:buAutoNum type="arabicPeriod"/>
            </a:pPr>
            <a:r>
              <a:rPr lang="en-US" altLang="en-US" sz="2800" dirty="0">
                <a:solidFill>
                  <a:schemeClr val="tx1"/>
                </a:solidFill>
              </a:rPr>
              <a:t>Target waits for non-existent system response.</a:t>
            </a:r>
          </a:p>
          <a:p>
            <a:pPr marL="514350" lvl="1" indent="-514350">
              <a:buFontTx/>
              <a:buAutoNum type="arabicPeriod"/>
            </a:pPr>
            <a:r>
              <a:rPr lang="en-US" altLang="en-US" sz="2800" dirty="0">
                <a:solidFill>
                  <a:schemeClr val="tx1"/>
                </a:solidFill>
              </a:rPr>
              <a:t>Request eventually times out.</a:t>
            </a:r>
          </a:p>
          <a:p>
            <a:pPr marL="514350" lvl="1" indent="-514350">
              <a:buFontTx/>
              <a:buAutoNum type="arabicPeriod"/>
            </a:pPr>
            <a:r>
              <a:rPr lang="en-US" altLang="en-US" sz="2800" dirty="0">
                <a:solidFill>
                  <a:schemeClr val="tx1"/>
                </a:solidFill>
              </a:rPr>
              <a:t>If the attacks outpace the requests timing-out, then systems resources will be exhausted.</a:t>
            </a:r>
          </a:p>
          <a:p>
            <a:pPr marL="514350" lvl="1" indent="-514350">
              <a:buFontTx/>
              <a:buChar char="•"/>
            </a:pPr>
            <a:endParaRPr lang="en-US" altLang="en-US" sz="2600" dirty="0">
              <a:solidFill>
                <a:schemeClr val="tx1"/>
              </a:solidFill>
            </a:endParaRPr>
          </a:p>
          <a:p>
            <a:pPr marL="514350" lvl="1" indent="-514350">
              <a:buFontTx/>
              <a:buChar char="•"/>
            </a:pPr>
            <a:endParaRPr lang="en-US" altLang="en-US" sz="2600" dirty="0">
              <a:solidFill>
                <a:schemeClr val="tx1"/>
              </a:solidFill>
            </a:endParaRPr>
          </a:p>
          <a:p>
            <a:pPr marL="514350" lvl="1" indent="-514350" eaLnBrk="1" hangingPunct="1">
              <a:buNone/>
            </a:pPr>
            <a:endParaRPr lang="en-US" altLang="en-US" sz="3200" dirty="0">
              <a:latin typeface="Calibri" panose="020F0502020204030204" pitchFamily="34" charset="0"/>
              <a:ea typeface="ヒラギノ角ゴ Pro W3" charset="-128"/>
            </a:endParaRPr>
          </a:p>
        </p:txBody>
      </p:sp>
    </p:spTree>
    <p:extLst>
      <p:ext uri="{BB962C8B-B14F-4D97-AF65-F5344CB8AC3E}">
        <p14:creationId xmlns:p14="http://schemas.microsoft.com/office/powerpoint/2010/main" val="2336941828"/>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ltLang="en-US" sz="4400">
                <a:effectLst>
                  <a:outerShdw blurRad="38100" dist="38100" dir="2700000" algn="tl">
                    <a:srgbClr val="C0C0C0"/>
                  </a:outerShdw>
                </a:effectLst>
                <a:ea typeface="ヒラギノ角ゴ Pro W3" charset="-128"/>
              </a:rPr>
              <a:t>SYN Flood Attack</a:t>
            </a:r>
          </a:p>
        </p:txBody>
      </p:sp>
      <p:pic>
        <p:nvPicPr>
          <p:cNvPr id="72706" name="Picture 2" descr="F:\Vinny_IM\_Art_JPG\CH15\F15-0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05000" y="2743200"/>
            <a:ext cx="83820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67841393"/>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ltLang="en-US" sz="4400">
                <a:effectLst>
                  <a:outerShdw blurRad="38100" dist="38100" dir="2700000" algn="tl">
                    <a:srgbClr val="C0C0C0"/>
                  </a:outerShdw>
                </a:effectLst>
                <a:ea typeface="ヒラギノ角ゴ Pro W3" charset="-128"/>
              </a:rPr>
              <a:t>Distributed Denial-of-Service Attack (DDoS)</a:t>
            </a:r>
          </a:p>
        </p:txBody>
      </p:sp>
      <p:sp>
        <p:nvSpPr>
          <p:cNvPr id="74754" name="Rectangle 3"/>
          <p:cNvSpPr>
            <a:spLocks noGrp="1" noChangeArrowheads="1"/>
          </p:cNvSpPr>
          <p:nvPr>
            <p:ph idx="1"/>
          </p:nvPr>
        </p:nvSpPr>
        <p:spPr>
          <a:xfrm>
            <a:off x="609600" y="2668505"/>
            <a:ext cx="11041227" cy="3916363"/>
          </a:xfrm>
        </p:spPr>
        <p:txBody>
          <a:bodyPr/>
          <a:lstStyle/>
          <a:p>
            <a:pPr marL="342900" lvl="1" indent="-342900" eaLnBrk="1" hangingPunct="1">
              <a:buNone/>
            </a:pPr>
            <a:r>
              <a:rPr lang="en-US" altLang="en-US" sz="2800">
                <a:solidFill>
                  <a:schemeClr val="tx1"/>
                </a:solidFill>
                <a:ea typeface="ヒラギノ角ゴ Pro W3" charset="-128"/>
              </a:rPr>
              <a:t>   Goal is to deny access or service to authorized users</a:t>
            </a:r>
          </a:p>
          <a:p>
            <a:pPr marL="342900" lvl="1" indent="-342900"/>
            <a:r>
              <a:rPr lang="en-US" altLang="en-US" sz="2800">
                <a:latin typeface="Calibri" panose="020F0502020204030204" pitchFamily="34" charset="0"/>
                <a:ea typeface="ヒラギノ角ゴ Pro W3" charset="-128"/>
              </a:rPr>
              <a:t>Uses resources of many systems combined into an attack network</a:t>
            </a:r>
          </a:p>
          <a:p>
            <a:pPr marL="342900" lvl="1" indent="-342900"/>
            <a:r>
              <a:rPr lang="en-US" altLang="en-US" sz="2800">
                <a:latin typeface="Calibri" panose="020F0502020204030204" pitchFamily="34" charset="0"/>
                <a:ea typeface="ヒラギノ角ゴ Pro W3" charset="-128"/>
              </a:rPr>
              <a:t>Overwhelms target system or network</a:t>
            </a:r>
          </a:p>
          <a:p>
            <a:pPr marL="342900" lvl="1" indent="-342900"/>
            <a:r>
              <a:rPr lang="en-US" altLang="en-US" sz="2800">
                <a:latin typeface="Calibri" panose="020F0502020204030204" pitchFamily="34" charset="0"/>
                <a:ea typeface="ヒラギノ角ゴ Pro W3" charset="-128"/>
              </a:rPr>
              <a:t>With enough attack agents, even simple web traffic can quickly affect a large website</a:t>
            </a:r>
          </a:p>
          <a:p>
            <a:pPr marL="342900" lvl="1" indent="-342900" eaLnBrk="1" hangingPunct="1">
              <a:buNone/>
            </a:pPr>
            <a:endParaRPr lang="en-US" altLang="en-US" sz="3200">
              <a:latin typeface="Calibri" panose="020F0502020204030204" pitchFamily="34" charset="0"/>
              <a:ea typeface="ヒラギノ角ゴ Pro W3" charset="-128"/>
            </a:endParaRPr>
          </a:p>
        </p:txBody>
      </p:sp>
    </p:spTree>
    <p:extLst>
      <p:ext uri="{BB962C8B-B14F-4D97-AF65-F5344CB8AC3E}">
        <p14:creationId xmlns:p14="http://schemas.microsoft.com/office/powerpoint/2010/main" val="2192945438"/>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23392" y="269168"/>
            <a:ext cx="9518848" cy="1143000"/>
          </a:xfrm>
        </p:spPr>
        <p:txBody>
          <a:bodyPr/>
          <a:lstStyle/>
          <a:p>
            <a:pPr eaLnBrk="1" hangingPunct="1"/>
            <a:r>
              <a:rPr lang="en-US" altLang="en-US" sz="4400" dirty="0">
                <a:effectLst>
                  <a:outerShdw blurRad="38100" dist="38100" dir="2700000" algn="tl">
                    <a:srgbClr val="C0C0C0"/>
                  </a:outerShdw>
                </a:effectLst>
                <a:ea typeface="ヒラギノ角ゴ Pro W3" charset="-128"/>
              </a:rPr>
              <a:t>Denial-of-Service Attack</a:t>
            </a:r>
          </a:p>
        </p:txBody>
      </p:sp>
      <p:pic>
        <p:nvPicPr>
          <p:cNvPr id="76802" name="Picture 2" descr="F:\Vinny_IM\_Art_JPG\CH15\F15-03.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09800" y="2057400"/>
            <a:ext cx="77724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49979316"/>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519448" y="399245"/>
            <a:ext cx="9518848" cy="1143000"/>
          </a:xfrm>
        </p:spPr>
        <p:txBody>
          <a:bodyPr/>
          <a:lstStyle/>
          <a:p>
            <a:pPr eaLnBrk="1" hangingPunct="1"/>
            <a:r>
              <a:rPr lang="en-US" altLang="en-US" sz="4400" dirty="0">
                <a:effectLst>
                  <a:outerShdw blurRad="38100" dist="38100" dir="2700000" algn="tl">
                    <a:srgbClr val="C0C0C0"/>
                  </a:outerShdw>
                </a:effectLst>
                <a:ea typeface="ヒラギノ角ゴ Pro W3" charset="-128"/>
              </a:rPr>
              <a:t>Ping of Death (POD)</a:t>
            </a:r>
          </a:p>
        </p:txBody>
      </p:sp>
      <p:sp>
        <p:nvSpPr>
          <p:cNvPr id="78850" name="Rectangle 3"/>
          <p:cNvSpPr>
            <a:spLocks noGrp="1" noChangeArrowheads="1"/>
          </p:cNvSpPr>
          <p:nvPr>
            <p:ph idx="1"/>
          </p:nvPr>
        </p:nvSpPr>
        <p:spPr/>
        <p:txBody>
          <a:bodyPr/>
          <a:lstStyle/>
          <a:p>
            <a:pPr marL="342900" lvl="1" indent="-342900" eaLnBrk="1" hangingPunct="1">
              <a:spcAft>
                <a:spcPts val="600"/>
              </a:spcAft>
              <a:buFontTx/>
              <a:buChar char="•"/>
            </a:pPr>
            <a:r>
              <a:rPr lang="en-US" altLang="en-US" sz="2800" dirty="0">
                <a:solidFill>
                  <a:schemeClr val="tx1"/>
                </a:solidFill>
                <a:ea typeface="ヒラギノ角ゴ Pro W3" charset="-128"/>
              </a:rPr>
              <a:t>Another example of a </a:t>
            </a:r>
            <a:r>
              <a:rPr lang="en-US" altLang="en-US" sz="2800" dirty="0" err="1">
                <a:solidFill>
                  <a:schemeClr val="tx1"/>
                </a:solidFill>
                <a:ea typeface="ヒラギノ角ゴ Pro W3" charset="-128"/>
              </a:rPr>
              <a:t>DoS</a:t>
            </a:r>
            <a:r>
              <a:rPr lang="en-US" altLang="en-US" sz="2800" dirty="0">
                <a:solidFill>
                  <a:schemeClr val="tx1"/>
                </a:solidFill>
                <a:ea typeface="ヒラギノ角ゴ Pro W3" charset="-128"/>
              </a:rPr>
              <a:t> attack.</a:t>
            </a:r>
          </a:p>
          <a:p>
            <a:pPr marL="342900" lvl="1" indent="-342900">
              <a:spcAft>
                <a:spcPts val="600"/>
              </a:spcAft>
            </a:pPr>
            <a:r>
              <a:rPr lang="en-US" altLang="en-US" sz="2800" dirty="0">
                <a:latin typeface="Calibri" panose="020F0502020204030204" pitchFamily="34" charset="0"/>
                <a:ea typeface="ヒラギノ角ゴ Pro W3" charset="-128"/>
              </a:rPr>
              <a:t>Illustrates an attack targeting a specific application.</a:t>
            </a:r>
          </a:p>
          <a:p>
            <a:pPr marL="342900" lvl="1" indent="-342900" eaLnBrk="1" hangingPunct="1">
              <a:spcAft>
                <a:spcPts val="600"/>
              </a:spcAft>
              <a:buFontTx/>
              <a:buChar char="•"/>
            </a:pPr>
            <a:r>
              <a:rPr lang="en-US" altLang="en-US" sz="2800" dirty="0">
                <a:solidFill>
                  <a:schemeClr val="tx1"/>
                </a:solidFill>
                <a:ea typeface="ヒラギノ角ゴ Pro W3" charset="-128"/>
              </a:rPr>
              <a:t>Attacker sends </a:t>
            </a:r>
            <a:r>
              <a:rPr lang="en-US" altLang="en-US" sz="2800" dirty="0" smtClean="0">
                <a:solidFill>
                  <a:schemeClr val="tx1"/>
                </a:solidFill>
                <a:ea typeface="ヒラギノ角ゴ Pro W3" charset="-128"/>
              </a:rPr>
              <a:t>(ICMP) </a:t>
            </a:r>
            <a:r>
              <a:rPr lang="en-US" altLang="en-US" sz="2800" dirty="0">
                <a:solidFill>
                  <a:schemeClr val="tx1"/>
                </a:solidFill>
                <a:ea typeface="ヒラギノ角ゴ Pro W3" charset="-128"/>
              </a:rPr>
              <a:t>ping packet &gt; 64KB.</a:t>
            </a:r>
          </a:p>
          <a:p>
            <a:pPr marL="342900" lvl="1" indent="-342900">
              <a:spcAft>
                <a:spcPts val="600"/>
              </a:spcAft>
            </a:pPr>
            <a:r>
              <a:rPr lang="en-US" altLang="en-US" sz="2800" dirty="0">
                <a:latin typeface="Calibri" panose="020F0502020204030204" pitchFamily="34" charset="0"/>
                <a:ea typeface="ヒラギノ角ゴ Pro W3" charset="-128"/>
              </a:rPr>
              <a:t>This ping packet size should not occur naturally.</a:t>
            </a:r>
          </a:p>
          <a:p>
            <a:pPr marL="342900" lvl="1" indent="-342900" eaLnBrk="1" hangingPunct="1">
              <a:spcAft>
                <a:spcPts val="600"/>
              </a:spcAft>
              <a:buFontTx/>
              <a:buChar char="•"/>
            </a:pPr>
            <a:r>
              <a:rPr lang="en-US" altLang="en-US" sz="2800" dirty="0">
                <a:solidFill>
                  <a:schemeClr val="tx1"/>
                </a:solidFill>
                <a:ea typeface="ヒラギノ角ゴ Pro W3" charset="-128"/>
              </a:rPr>
              <a:t>ICMP packet will crash certain systems unable to handle it.</a:t>
            </a:r>
          </a:p>
          <a:p>
            <a:pPr marL="342900" lvl="1" indent="-342900">
              <a:buNone/>
            </a:pPr>
            <a:endParaRPr lang="en-US" altLang="en-US" sz="2800" dirty="0">
              <a:latin typeface="Calibri" panose="020F0502020204030204" pitchFamily="34" charset="0"/>
              <a:ea typeface="ヒラギノ角ゴ Pro W3" charset="-128"/>
            </a:endParaRPr>
          </a:p>
          <a:p>
            <a:pPr marL="342900" lvl="1" indent="-342900" eaLnBrk="1" hangingPunct="1">
              <a:buNone/>
            </a:pPr>
            <a:endParaRPr lang="en-US" altLang="en-US" sz="3200" dirty="0">
              <a:latin typeface="Calibri" panose="020F0502020204030204" pitchFamily="34" charset="0"/>
              <a:ea typeface="ヒラギノ角ゴ Pro W3" charset="-128"/>
            </a:endParaRPr>
          </a:p>
        </p:txBody>
      </p:sp>
    </p:spTree>
    <p:extLst>
      <p:ext uri="{BB962C8B-B14F-4D97-AF65-F5344CB8AC3E}">
        <p14:creationId xmlns:p14="http://schemas.microsoft.com/office/powerpoint/2010/main" val="3206272060"/>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4"/>
          <p:cNvSpPr>
            <a:spLocks noGrp="1" noChangeArrowheads="1"/>
          </p:cNvSpPr>
          <p:nvPr>
            <p:ph type="title"/>
          </p:nvPr>
        </p:nvSpPr>
        <p:spPr>
          <a:xfrm>
            <a:off x="609600" y="90153"/>
            <a:ext cx="9518848" cy="1143000"/>
          </a:xfrm>
        </p:spPr>
        <p:txBody>
          <a:bodyPr/>
          <a:lstStyle/>
          <a:p>
            <a:r>
              <a:rPr lang="en-US" altLang="en-US" dirty="0" smtClean="0"/>
              <a:t>Buffer Overflow Attack</a:t>
            </a:r>
          </a:p>
        </p:txBody>
      </p:sp>
      <p:sp>
        <p:nvSpPr>
          <p:cNvPr id="80899" name="Rectangle 5"/>
          <p:cNvSpPr>
            <a:spLocks noGrp="1" noChangeArrowheads="1"/>
          </p:cNvSpPr>
          <p:nvPr>
            <p:ph type="body" idx="1"/>
          </p:nvPr>
        </p:nvSpPr>
        <p:spPr>
          <a:xfrm>
            <a:off x="313386" y="1720403"/>
            <a:ext cx="11712655" cy="4419600"/>
          </a:xfrm>
        </p:spPr>
        <p:txBody>
          <a:bodyPr/>
          <a:lstStyle/>
          <a:p>
            <a:pPr lvl="1">
              <a:spcAft>
                <a:spcPts val="600"/>
              </a:spcAft>
            </a:pPr>
            <a:r>
              <a:rPr lang="en-US" altLang="en-US" sz="2400" dirty="0"/>
              <a:t>Buffer or memory pool is a necessity in programming applications</a:t>
            </a:r>
          </a:p>
          <a:p>
            <a:pPr lvl="1">
              <a:spcAft>
                <a:spcPts val="600"/>
              </a:spcAft>
            </a:pPr>
            <a:r>
              <a:rPr lang="en-US" altLang="en-US" sz="2400" dirty="0"/>
              <a:t>Example: login application – need memory space to accept user input and password</a:t>
            </a:r>
          </a:p>
          <a:p>
            <a:pPr lvl="1">
              <a:spcAft>
                <a:spcPts val="600"/>
              </a:spcAft>
            </a:pPr>
            <a:r>
              <a:rPr lang="en-US" altLang="en-US" sz="2400" dirty="0"/>
              <a:t>application error or Buffer overflow occurs when more data is sent to a buffer than it can handle</a:t>
            </a:r>
          </a:p>
          <a:p>
            <a:pPr lvl="1">
              <a:spcAft>
                <a:spcPts val="600"/>
              </a:spcAft>
            </a:pPr>
            <a:r>
              <a:rPr lang="en-US" altLang="en-US" sz="2400" dirty="0"/>
              <a:t>Buffer overflow causes</a:t>
            </a:r>
          </a:p>
          <a:p>
            <a:pPr lvl="2">
              <a:spcAft>
                <a:spcPts val="600"/>
              </a:spcAft>
            </a:pPr>
            <a:r>
              <a:rPr lang="en-US" altLang="en-US" dirty="0" smtClean="0"/>
              <a:t> </a:t>
            </a:r>
            <a:r>
              <a:rPr lang="en-US" altLang="en-US" dirty="0" err="1" smtClean="0"/>
              <a:t>DoS</a:t>
            </a:r>
            <a:r>
              <a:rPr lang="en-US" altLang="en-US" dirty="0" smtClean="0"/>
              <a:t> attack or</a:t>
            </a:r>
          </a:p>
          <a:p>
            <a:pPr lvl="2">
              <a:spcAft>
                <a:spcPts val="600"/>
              </a:spcAft>
            </a:pPr>
            <a:r>
              <a:rPr lang="en-US" altLang="en-US" dirty="0" smtClean="0"/>
              <a:t>can make the target system execute instructions, or </a:t>
            </a:r>
          </a:p>
          <a:p>
            <a:pPr lvl="2">
              <a:spcAft>
                <a:spcPts val="600"/>
              </a:spcAft>
            </a:pPr>
            <a:r>
              <a:rPr lang="en-US" altLang="en-US" dirty="0" smtClean="0"/>
              <a:t>the attacker can take advantage of some other unintended consequence of the failure</a:t>
            </a:r>
          </a:p>
          <a:p>
            <a:pPr lvl="1">
              <a:spcAft>
                <a:spcPts val="600"/>
              </a:spcAft>
            </a:pPr>
            <a:r>
              <a:rPr lang="en-US" altLang="en-US" sz="2400" dirty="0"/>
              <a:t>Examples:</a:t>
            </a:r>
          </a:p>
          <a:p>
            <a:pPr lvl="2">
              <a:spcAft>
                <a:spcPts val="600"/>
              </a:spcAft>
            </a:pPr>
            <a:r>
              <a:rPr lang="en-US" altLang="en-US" dirty="0" smtClean="0"/>
              <a:t>Sending oversized ICMP request packets(ping of death)</a:t>
            </a:r>
          </a:p>
          <a:p>
            <a:pPr lvl="2">
              <a:lnSpc>
                <a:spcPct val="80000"/>
              </a:lnSpc>
              <a:spcBef>
                <a:spcPts val="1200"/>
              </a:spcBef>
              <a:buNone/>
            </a:pPr>
            <a:endParaRPr lang="en-US" altLang="en-US" sz="2800" dirty="0"/>
          </a:p>
        </p:txBody>
      </p:sp>
    </p:spTree>
    <p:extLst>
      <p:ext uri="{BB962C8B-B14F-4D97-AF65-F5344CB8AC3E}">
        <p14:creationId xmlns:p14="http://schemas.microsoft.com/office/powerpoint/2010/main" val="41622002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23392" y="347730"/>
            <a:ext cx="9518848" cy="1143000"/>
          </a:xfrm>
        </p:spPr>
        <p:txBody>
          <a:bodyPr/>
          <a:lstStyle/>
          <a:p>
            <a:pPr eaLnBrk="1" hangingPunct="1"/>
            <a:r>
              <a:rPr lang="en-US" altLang="en-US" sz="4400">
                <a:effectLst>
                  <a:outerShdw blurRad="38100" dist="38100" dir="2700000" algn="tl">
                    <a:srgbClr val="C0C0C0"/>
                  </a:outerShdw>
                </a:effectLst>
                <a:ea typeface="ヒラギノ角ゴ Pro W3" charset="-128"/>
              </a:rPr>
              <a:t>Sniffing</a:t>
            </a:r>
          </a:p>
        </p:txBody>
      </p:sp>
      <p:sp>
        <p:nvSpPr>
          <p:cNvPr id="84994" name="Rectangle 3"/>
          <p:cNvSpPr>
            <a:spLocks noGrp="1" noChangeArrowheads="1"/>
          </p:cNvSpPr>
          <p:nvPr>
            <p:ph idx="1"/>
          </p:nvPr>
        </p:nvSpPr>
        <p:spPr>
          <a:xfrm>
            <a:off x="623392" y="2024561"/>
            <a:ext cx="11041227" cy="3916363"/>
          </a:xfrm>
        </p:spPr>
        <p:txBody>
          <a:bodyPr/>
          <a:lstStyle/>
          <a:p>
            <a:pPr marL="342900" lvl="1" indent="-342900" eaLnBrk="1" hangingPunct="1">
              <a:spcAft>
                <a:spcPts val="600"/>
              </a:spcAft>
              <a:buFontTx/>
              <a:buChar char="•"/>
            </a:pPr>
            <a:r>
              <a:rPr lang="en-US" altLang="en-US" sz="2800" dirty="0">
                <a:solidFill>
                  <a:schemeClr val="tx1"/>
                </a:solidFill>
                <a:ea typeface="ヒラギノ角ゴ Pro W3" charset="-128"/>
              </a:rPr>
              <a:t>Attacker observes all network traffic.</a:t>
            </a:r>
            <a:endParaRPr lang="en-US" altLang="en-US" sz="2800" dirty="0">
              <a:latin typeface="Calibri" panose="020F0502020204030204" pitchFamily="34" charset="0"/>
              <a:ea typeface="ヒラギノ角ゴ Pro W3" charset="-128"/>
            </a:endParaRPr>
          </a:p>
          <a:p>
            <a:pPr marL="342900" lvl="1" indent="-342900">
              <a:spcAft>
                <a:spcPts val="600"/>
              </a:spcAft>
            </a:pPr>
            <a:r>
              <a:rPr lang="en-US" altLang="en-US" sz="2800" dirty="0">
                <a:latin typeface="Calibri" panose="020F0502020204030204" pitchFamily="34" charset="0"/>
                <a:ea typeface="ヒラギノ角ゴ Pro W3" charset="-128"/>
              </a:rPr>
              <a:t>Software, hardware, or combination of the two</a:t>
            </a:r>
          </a:p>
          <a:p>
            <a:pPr marL="342900" lvl="1" indent="-342900">
              <a:spcAft>
                <a:spcPts val="600"/>
              </a:spcAft>
            </a:pPr>
            <a:r>
              <a:rPr lang="en-US" altLang="en-US" sz="2800" dirty="0">
                <a:latin typeface="Calibri" panose="020F0502020204030204" pitchFamily="34" charset="0"/>
                <a:ea typeface="ヒラギノ角ゴ Pro W3" charset="-128"/>
              </a:rPr>
              <a:t>Ability to target specific protocol, service, string of characters, etc.</a:t>
            </a:r>
          </a:p>
          <a:p>
            <a:pPr marL="342900" lvl="1" indent="-342900">
              <a:spcAft>
                <a:spcPts val="600"/>
              </a:spcAft>
            </a:pPr>
            <a:r>
              <a:rPr lang="en-US" altLang="en-US" sz="2800" dirty="0">
                <a:latin typeface="Calibri" panose="020F0502020204030204" pitchFamily="34" charset="0"/>
                <a:ea typeface="ヒラギノ角ゴ Pro W3" charset="-128"/>
              </a:rPr>
              <a:t>May be able to modify some or all traffic in route</a:t>
            </a:r>
          </a:p>
          <a:p>
            <a:pPr marL="342900" lvl="1" indent="-342900" eaLnBrk="1" hangingPunct="1">
              <a:spcAft>
                <a:spcPts val="600"/>
              </a:spcAft>
              <a:buFontTx/>
              <a:buChar char="•"/>
            </a:pPr>
            <a:r>
              <a:rPr lang="en-US" altLang="en-US" sz="2800" dirty="0">
                <a:solidFill>
                  <a:schemeClr val="tx1"/>
                </a:solidFill>
                <a:ea typeface="ヒラギノ角ゴ Pro W3" charset="-128"/>
              </a:rPr>
              <a:t>Network administrators can use to monitor and troubleshoot network performance.</a:t>
            </a:r>
          </a:p>
          <a:p>
            <a:pPr marL="342900" lvl="1" indent="-342900">
              <a:buNone/>
            </a:pPr>
            <a:endParaRPr lang="en-US" altLang="en-US" sz="2800" dirty="0">
              <a:latin typeface="Calibri" panose="020F0502020204030204" pitchFamily="34" charset="0"/>
              <a:ea typeface="ヒラギノ角ゴ Pro W3" charset="-128"/>
            </a:endParaRPr>
          </a:p>
        </p:txBody>
      </p:sp>
    </p:spTree>
    <p:extLst>
      <p:ext uri="{BB962C8B-B14F-4D97-AF65-F5344CB8AC3E}">
        <p14:creationId xmlns:p14="http://schemas.microsoft.com/office/powerpoint/2010/main" val="406585837"/>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09600" y="304800"/>
            <a:ext cx="9518848" cy="1143000"/>
          </a:xfrm>
        </p:spPr>
        <p:txBody>
          <a:bodyPr/>
          <a:lstStyle/>
          <a:p>
            <a:pPr eaLnBrk="1" hangingPunct="1"/>
            <a:r>
              <a:rPr lang="en-US" altLang="en-US" sz="4000" dirty="0">
                <a:effectLst>
                  <a:outerShdw blurRad="38100" dist="38100" dir="2700000" algn="tl">
                    <a:srgbClr val="C0C0C0"/>
                  </a:outerShdw>
                </a:effectLst>
                <a:ea typeface="ヒラギノ角ゴ Pro W3" charset="-128"/>
              </a:rPr>
              <a:t>Sniffing </a:t>
            </a:r>
            <a:br>
              <a:rPr lang="en-US" altLang="en-US" sz="4000" dirty="0">
                <a:effectLst>
                  <a:outerShdw blurRad="38100" dist="38100" dir="2700000" algn="tl">
                    <a:srgbClr val="C0C0C0"/>
                  </a:outerShdw>
                </a:effectLst>
                <a:ea typeface="ヒラギノ角ゴ Pro W3" charset="-128"/>
              </a:rPr>
            </a:br>
            <a:r>
              <a:rPr lang="en-US" altLang="en-US" sz="2800" dirty="0">
                <a:effectLst>
                  <a:outerShdw blurRad="38100" dist="38100" dir="2700000" algn="tl">
                    <a:srgbClr val="C0C0C0"/>
                  </a:outerShdw>
                </a:effectLst>
                <a:ea typeface="ヒラギノ角ゴ Pro W3" charset="-128"/>
              </a:rPr>
              <a:t>(</a:t>
            </a:r>
            <a:r>
              <a:rPr lang="en-US" altLang="en-US" sz="2800" i="1" dirty="0">
                <a:effectLst>
                  <a:outerShdw blurRad="38100" dist="38100" dir="2700000" algn="tl">
                    <a:srgbClr val="C0C0C0"/>
                  </a:outerShdw>
                </a:effectLst>
                <a:ea typeface="ヒラギノ角ゴ Pro W3" charset="-128"/>
              </a:rPr>
              <a:t>continued</a:t>
            </a:r>
            <a:r>
              <a:rPr lang="en-US" altLang="en-US" sz="2800" dirty="0">
                <a:effectLst>
                  <a:outerShdw blurRad="38100" dist="38100" dir="2700000" algn="tl">
                    <a:srgbClr val="C0C0C0"/>
                  </a:outerShdw>
                </a:effectLst>
                <a:ea typeface="ヒラギノ角ゴ Pro W3" charset="-128"/>
              </a:rPr>
              <a:t>)</a:t>
            </a:r>
          </a:p>
        </p:txBody>
      </p:sp>
      <p:pic>
        <p:nvPicPr>
          <p:cNvPr id="87042" name="Picture 2" descr="F:\Vinny_IM\_Art_JPG\CH15\F15-0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70431" y="1693572"/>
            <a:ext cx="4400550" cy="483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85468821"/>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23392" y="399245"/>
            <a:ext cx="9518848" cy="1143000"/>
          </a:xfrm>
        </p:spPr>
        <p:txBody>
          <a:bodyPr/>
          <a:lstStyle/>
          <a:p>
            <a:pPr eaLnBrk="1" hangingPunct="1"/>
            <a:r>
              <a:rPr lang="en-US" altLang="en-US" sz="4400" dirty="0">
                <a:effectLst>
                  <a:outerShdw blurRad="38100" dist="38100" dir="2700000" algn="tl">
                    <a:srgbClr val="C0C0C0"/>
                  </a:outerShdw>
                </a:effectLst>
                <a:ea typeface="ヒラギノ角ゴ Pro W3" charset="-128"/>
              </a:rPr>
              <a:t>Spoofing</a:t>
            </a:r>
          </a:p>
        </p:txBody>
      </p:sp>
      <p:sp>
        <p:nvSpPr>
          <p:cNvPr id="89090" name="Rectangle 3"/>
          <p:cNvSpPr>
            <a:spLocks noGrp="1" noChangeArrowheads="1"/>
          </p:cNvSpPr>
          <p:nvPr>
            <p:ph idx="1"/>
          </p:nvPr>
        </p:nvSpPr>
        <p:spPr>
          <a:xfrm>
            <a:off x="623392" y="2050319"/>
            <a:ext cx="11041227" cy="4653135"/>
          </a:xfrm>
        </p:spPr>
        <p:txBody>
          <a:bodyPr/>
          <a:lstStyle/>
          <a:p>
            <a:pPr marL="342900" lvl="1" indent="-342900" eaLnBrk="1" hangingPunct="1">
              <a:lnSpc>
                <a:spcPct val="114000"/>
              </a:lnSpc>
              <a:spcAft>
                <a:spcPts val="600"/>
              </a:spcAft>
              <a:buFontTx/>
              <a:buChar char="•"/>
            </a:pPr>
            <a:r>
              <a:rPr lang="en-US" altLang="en-US" sz="2800" dirty="0">
                <a:solidFill>
                  <a:schemeClr val="tx1"/>
                </a:solidFill>
                <a:ea typeface="ヒラギノ角ゴ Pro W3" charset="-128"/>
              </a:rPr>
              <a:t>True source of data is disguised:</a:t>
            </a:r>
            <a:endParaRPr lang="en-US" altLang="en-US" sz="2800" dirty="0">
              <a:latin typeface="Calibri" panose="020F0502020204030204" pitchFamily="34" charset="0"/>
              <a:ea typeface="ヒラギノ角ゴ Pro W3" charset="-128"/>
            </a:endParaRPr>
          </a:p>
          <a:p>
            <a:pPr marL="571500" lvl="2" indent="-342900">
              <a:lnSpc>
                <a:spcPct val="114000"/>
              </a:lnSpc>
              <a:spcAft>
                <a:spcPts val="600"/>
              </a:spcAft>
            </a:pPr>
            <a:r>
              <a:rPr lang="en-US" altLang="en-US" sz="2800" dirty="0">
                <a:latin typeface="Calibri" panose="020F0502020204030204" pitchFamily="34" charset="0"/>
                <a:ea typeface="ヒラギノ角ゴ Pro W3" charset="-128"/>
              </a:rPr>
              <a:t>Commonly accomplished by altering packet header information with false information</a:t>
            </a:r>
          </a:p>
          <a:p>
            <a:pPr marL="571500" lvl="2" indent="-342900">
              <a:lnSpc>
                <a:spcPct val="114000"/>
              </a:lnSpc>
              <a:spcAft>
                <a:spcPts val="600"/>
              </a:spcAft>
            </a:pPr>
            <a:r>
              <a:rPr lang="en-US" altLang="en-US" sz="2800" dirty="0">
                <a:latin typeface="Calibri" panose="020F0502020204030204" pitchFamily="34" charset="0"/>
                <a:ea typeface="ヒラギノ角ゴ Pro W3" charset="-128"/>
              </a:rPr>
              <a:t>Can be used for a variety of purposes</a:t>
            </a:r>
          </a:p>
          <a:p>
            <a:pPr marL="342900" lvl="1" indent="-342900" eaLnBrk="1" hangingPunct="1">
              <a:lnSpc>
                <a:spcPct val="114000"/>
              </a:lnSpc>
              <a:spcAft>
                <a:spcPts val="600"/>
              </a:spcAft>
              <a:buFontTx/>
              <a:buChar char="•"/>
            </a:pPr>
            <a:r>
              <a:rPr lang="en-US" altLang="en-US" sz="2800" dirty="0">
                <a:solidFill>
                  <a:schemeClr val="tx1"/>
                </a:solidFill>
                <a:ea typeface="ヒラギノ角ゴ Pro W3" charset="-128"/>
              </a:rPr>
              <a:t>Spoofing e-mail:</a:t>
            </a:r>
            <a:endParaRPr lang="en-US" altLang="en-US" sz="2800" dirty="0">
              <a:latin typeface="Calibri" panose="020F0502020204030204" pitchFamily="34" charset="0"/>
              <a:ea typeface="ヒラギノ角ゴ Pro W3" charset="-128"/>
            </a:endParaRPr>
          </a:p>
          <a:p>
            <a:pPr marL="571500" lvl="2" indent="-342900">
              <a:lnSpc>
                <a:spcPct val="114000"/>
              </a:lnSpc>
              <a:spcAft>
                <a:spcPts val="600"/>
              </a:spcAft>
            </a:pPr>
            <a:r>
              <a:rPr lang="en-US" altLang="en-US" sz="2800" dirty="0">
                <a:latin typeface="Calibri" panose="020F0502020204030204" pitchFamily="34" charset="0"/>
                <a:ea typeface="ヒラギノ角ゴ Pro W3" charset="-128"/>
              </a:rPr>
              <a:t>From address differs from sending system</a:t>
            </a:r>
          </a:p>
          <a:p>
            <a:pPr marL="571500" lvl="2" indent="-342900">
              <a:lnSpc>
                <a:spcPct val="114000"/>
              </a:lnSpc>
              <a:spcAft>
                <a:spcPts val="600"/>
              </a:spcAft>
            </a:pPr>
            <a:r>
              <a:rPr lang="en-US" altLang="en-US" sz="2800" dirty="0">
                <a:latin typeface="Calibri" panose="020F0502020204030204" pitchFamily="34" charset="0"/>
                <a:ea typeface="ヒラギノ角ゴ Pro W3" charset="-128"/>
              </a:rPr>
              <a:t>Recipients rarely question authenticity of the e-mail</a:t>
            </a:r>
          </a:p>
          <a:p>
            <a:pPr marL="342900" lvl="1" indent="-342900" eaLnBrk="1" hangingPunct="1">
              <a:buNone/>
            </a:pPr>
            <a:endParaRPr lang="en-US" altLang="en-US" sz="3200" dirty="0">
              <a:latin typeface="Calibri" panose="020F0502020204030204" pitchFamily="34" charset="0"/>
              <a:ea typeface="ヒラギノ角ゴ Pro W3" charset="-128"/>
            </a:endParaRPr>
          </a:p>
        </p:txBody>
      </p:sp>
    </p:spTree>
    <p:extLst>
      <p:ext uri="{BB962C8B-B14F-4D97-AF65-F5344CB8AC3E}">
        <p14:creationId xmlns:p14="http://schemas.microsoft.com/office/powerpoint/2010/main" val="2292302868"/>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138" name="Picture 4" descr="Fig02-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52400"/>
            <a:ext cx="8305800" cy="622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986347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480811" y="244699"/>
            <a:ext cx="9518848" cy="1143000"/>
          </a:xfrm>
        </p:spPr>
        <p:txBody>
          <a:bodyPr/>
          <a:lstStyle/>
          <a:p>
            <a:pPr eaLnBrk="1" hangingPunct="1"/>
            <a:r>
              <a:rPr lang="en-US" altLang="en-US" sz="4400">
                <a:effectLst>
                  <a:outerShdw blurRad="38100" dist="38100" dir="2700000" algn="tl">
                    <a:srgbClr val="C0C0C0"/>
                  </a:outerShdw>
                </a:effectLst>
                <a:ea typeface="ヒラギノ角ゴ Pro W3" charset="-128"/>
              </a:rPr>
              <a:t>IP Address Spoofing</a:t>
            </a:r>
          </a:p>
        </p:txBody>
      </p:sp>
      <p:pic>
        <p:nvPicPr>
          <p:cNvPr id="92162" name="Picture 2" descr="F:\Vinny_IM\_Art_JPG\CH15\F15-05.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57400" y="2133601"/>
            <a:ext cx="8077200" cy="416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76885707"/>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1"/>
          <p:cNvSpPr>
            <a:spLocks noGrp="1"/>
          </p:cNvSpPr>
          <p:nvPr>
            <p:ph type="title"/>
          </p:nvPr>
        </p:nvSpPr>
        <p:spPr>
          <a:xfrm>
            <a:off x="570964" y="167425"/>
            <a:ext cx="9518848" cy="1143000"/>
          </a:xfrm>
        </p:spPr>
        <p:txBody>
          <a:bodyPr/>
          <a:lstStyle/>
          <a:p>
            <a:r>
              <a:rPr lang="en-US" altLang="en-US" dirty="0" smtClean="0"/>
              <a:t>Smurf</a:t>
            </a:r>
            <a:r>
              <a:rPr lang="en-US" altLang="en-US" b="1" dirty="0" smtClean="0"/>
              <a:t> </a:t>
            </a:r>
            <a:r>
              <a:rPr lang="en-US" altLang="en-US" dirty="0" smtClean="0"/>
              <a:t>Attack</a:t>
            </a:r>
          </a:p>
        </p:txBody>
      </p:sp>
      <p:sp>
        <p:nvSpPr>
          <p:cNvPr id="94210" name="Content Placeholder 2"/>
          <p:cNvSpPr>
            <a:spLocks noGrp="1"/>
          </p:cNvSpPr>
          <p:nvPr>
            <p:ph idx="1"/>
          </p:nvPr>
        </p:nvSpPr>
        <p:spPr>
          <a:xfrm>
            <a:off x="901521" y="1782650"/>
            <a:ext cx="10084158" cy="4267200"/>
          </a:xfrm>
        </p:spPr>
        <p:txBody>
          <a:bodyPr/>
          <a:lstStyle/>
          <a:p>
            <a:r>
              <a:rPr lang="en-US" altLang="en-US" dirty="0"/>
              <a:t>Uses a combination of IP spoofing and ICMP replies to cause a </a:t>
            </a:r>
            <a:r>
              <a:rPr lang="en-US" altLang="en-US" dirty="0" err="1"/>
              <a:t>DoS</a:t>
            </a:r>
            <a:r>
              <a:rPr lang="en-US" altLang="en-US" dirty="0"/>
              <a:t> attack.</a:t>
            </a:r>
          </a:p>
          <a:p>
            <a:r>
              <a:rPr lang="en-US" altLang="en-US" dirty="0"/>
              <a:t>The </a:t>
            </a:r>
            <a:r>
              <a:rPr lang="en-US" altLang="en-US" dirty="0" err="1"/>
              <a:t>smurf</a:t>
            </a:r>
            <a:r>
              <a:rPr lang="en-US" altLang="en-US" dirty="0"/>
              <a:t> attack uses spoofed broadcast ping messages to flood a target system.</a:t>
            </a:r>
          </a:p>
          <a:p>
            <a:r>
              <a:rPr lang="en-US" altLang="en-US" dirty="0"/>
              <a:t>An attacker sends forged ping packets (ICMP echo requests) to broadcast addresses of vulnerable networks </a:t>
            </a:r>
            <a:r>
              <a:rPr lang="en-US" altLang="en-US" i="1" dirty="0">
                <a:solidFill>
                  <a:srgbClr val="C00000"/>
                </a:solidFill>
              </a:rPr>
              <a:t>(bounce site).</a:t>
            </a:r>
          </a:p>
          <a:p>
            <a:r>
              <a:rPr lang="en-US" altLang="en-US" dirty="0"/>
              <a:t>The attacker forges the source address such that it points to the target (victim) of the attack. </a:t>
            </a:r>
          </a:p>
          <a:p>
            <a:r>
              <a:rPr lang="en-US" altLang="en-US" dirty="0"/>
              <a:t>All the systems on these networks reply to the victim with ICMP echo replies. This rapidly exhausts the bandwidth available to the target. </a:t>
            </a:r>
          </a:p>
          <a:p>
            <a:endParaRPr lang="en-US" altLang="en-US" dirty="0"/>
          </a:p>
        </p:txBody>
      </p:sp>
    </p:spTree>
    <p:extLst>
      <p:ext uri="{BB962C8B-B14F-4D97-AF65-F5344CB8AC3E}">
        <p14:creationId xmlns:p14="http://schemas.microsoft.com/office/powerpoint/2010/main" val="10697237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429295" y="297398"/>
            <a:ext cx="9518848" cy="1143000"/>
          </a:xfrm>
        </p:spPr>
        <p:txBody>
          <a:bodyPr/>
          <a:lstStyle/>
          <a:p>
            <a:pPr eaLnBrk="1" hangingPunct="1"/>
            <a:r>
              <a:rPr lang="en-US" altLang="en-US" sz="4400" dirty="0">
                <a:effectLst>
                  <a:outerShdw blurRad="38100" dist="38100" dir="2700000" algn="tl">
                    <a:srgbClr val="C0C0C0"/>
                  </a:outerShdw>
                </a:effectLst>
                <a:ea typeface="ヒラギノ角ゴ Pro W3" charset="-128"/>
              </a:rPr>
              <a:t>Spoofing and Trusted Relationships</a:t>
            </a:r>
          </a:p>
        </p:txBody>
      </p:sp>
      <p:pic>
        <p:nvPicPr>
          <p:cNvPr id="95234" name="Picture 2" descr="F:\Vinny_IM\_Art_JPG\CH15\F15-06.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85681" y="2307465"/>
            <a:ext cx="745490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45462533"/>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23392" y="283335"/>
            <a:ext cx="9518848" cy="1143000"/>
          </a:xfrm>
        </p:spPr>
        <p:txBody>
          <a:bodyPr/>
          <a:lstStyle/>
          <a:p>
            <a:pPr eaLnBrk="1" hangingPunct="1"/>
            <a:r>
              <a:rPr lang="en-US" altLang="en-US" sz="4400" dirty="0">
                <a:effectLst>
                  <a:outerShdw blurRad="38100" dist="38100" dir="2700000" algn="tl">
                    <a:srgbClr val="C0C0C0"/>
                  </a:outerShdw>
                </a:effectLst>
                <a:ea typeface="ヒラギノ角ゴ Pro W3" charset="-128"/>
              </a:rPr>
              <a:t>Man-in-the-Middle Attack</a:t>
            </a:r>
          </a:p>
        </p:txBody>
      </p:sp>
      <p:sp>
        <p:nvSpPr>
          <p:cNvPr id="102402" name="Rectangle 3"/>
          <p:cNvSpPr>
            <a:spLocks noGrp="1" noChangeArrowheads="1"/>
          </p:cNvSpPr>
          <p:nvPr>
            <p:ph idx="1"/>
          </p:nvPr>
        </p:nvSpPr>
        <p:spPr>
          <a:xfrm>
            <a:off x="468845" y="1651073"/>
            <a:ext cx="11041227" cy="3916363"/>
          </a:xfrm>
        </p:spPr>
        <p:txBody>
          <a:bodyPr/>
          <a:lstStyle/>
          <a:p>
            <a:pPr marL="342900" lvl="1" indent="-342900" eaLnBrk="1" hangingPunct="1">
              <a:lnSpc>
                <a:spcPct val="114000"/>
              </a:lnSpc>
              <a:spcAft>
                <a:spcPts val="600"/>
              </a:spcAft>
              <a:buFontTx/>
              <a:buChar char="•"/>
            </a:pPr>
            <a:r>
              <a:rPr lang="en-US" altLang="en-US" sz="2800" dirty="0">
                <a:solidFill>
                  <a:schemeClr val="tx1"/>
                </a:solidFill>
                <a:ea typeface="ヒラギノ角ゴ Pro W3" charset="-128"/>
              </a:rPr>
              <a:t>Attacker is positioned between two target hosts:</a:t>
            </a:r>
            <a:endParaRPr lang="en-US" altLang="en-US" sz="2800" dirty="0">
              <a:latin typeface="Calibri" panose="020F0502020204030204" pitchFamily="34" charset="0"/>
              <a:ea typeface="ヒラギノ角ゴ Pro W3" charset="-128"/>
            </a:endParaRPr>
          </a:p>
          <a:p>
            <a:pPr marL="571500" lvl="2" indent="-342900">
              <a:lnSpc>
                <a:spcPct val="114000"/>
              </a:lnSpc>
              <a:spcAft>
                <a:spcPts val="600"/>
              </a:spcAft>
            </a:pPr>
            <a:r>
              <a:rPr lang="en-US" altLang="en-US" sz="2800" dirty="0">
                <a:latin typeface="Calibri" panose="020F0502020204030204" pitchFamily="34" charset="0"/>
                <a:ea typeface="ヒラギノ角ゴ Pro W3" charset="-128"/>
              </a:rPr>
              <a:t>Typically accomplished through router manipulation </a:t>
            </a:r>
          </a:p>
          <a:p>
            <a:pPr marL="571500" lvl="2" indent="-342900">
              <a:lnSpc>
                <a:spcPct val="114000"/>
              </a:lnSpc>
              <a:spcAft>
                <a:spcPts val="600"/>
              </a:spcAft>
            </a:pPr>
            <a:r>
              <a:rPr lang="en-US" altLang="en-US" sz="2800" dirty="0">
                <a:latin typeface="Calibri" panose="020F0502020204030204" pitchFamily="34" charset="0"/>
                <a:ea typeface="ヒラギノ角ゴ Pro W3" charset="-128"/>
              </a:rPr>
              <a:t>Traffic redirected to attacker, then forwarded on</a:t>
            </a:r>
          </a:p>
          <a:p>
            <a:pPr marL="342900" lvl="1" indent="-342900" eaLnBrk="1" hangingPunct="1">
              <a:lnSpc>
                <a:spcPct val="114000"/>
              </a:lnSpc>
              <a:spcAft>
                <a:spcPts val="600"/>
              </a:spcAft>
              <a:buFontTx/>
              <a:buChar char="•"/>
            </a:pPr>
            <a:r>
              <a:rPr lang="en-US" altLang="en-US" sz="2800" dirty="0">
                <a:solidFill>
                  <a:schemeClr val="tx1"/>
                </a:solidFill>
                <a:ea typeface="ヒラギノ角ゴ Pro W3" charset="-128"/>
              </a:rPr>
              <a:t>Benefits:</a:t>
            </a:r>
          </a:p>
          <a:p>
            <a:pPr marL="571500" lvl="2" indent="-342900">
              <a:lnSpc>
                <a:spcPct val="114000"/>
              </a:lnSpc>
              <a:spcAft>
                <a:spcPts val="600"/>
              </a:spcAft>
            </a:pPr>
            <a:r>
              <a:rPr lang="en-US" altLang="en-US" sz="2800" dirty="0">
                <a:latin typeface="Calibri" panose="020F0502020204030204" pitchFamily="34" charset="0"/>
                <a:ea typeface="ヒラギノ角ゴ Pro W3" charset="-128"/>
              </a:rPr>
              <a:t>Attacker can intercept, modify, and/or block traffic</a:t>
            </a:r>
          </a:p>
          <a:p>
            <a:pPr marL="571500" lvl="2" indent="-342900">
              <a:lnSpc>
                <a:spcPct val="114000"/>
              </a:lnSpc>
              <a:spcAft>
                <a:spcPts val="600"/>
              </a:spcAft>
            </a:pPr>
            <a:r>
              <a:rPr lang="en-US" altLang="en-US" sz="2800" dirty="0">
                <a:latin typeface="Calibri" panose="020F0502020204030204" pitchFamily="34" charset="0"/>
                <a:ea typeface="ヒラギノ角ゴ Pro W3" charset="-128"/>
              </a:rPr>
              <a:t>Communication appears normal to target hosts</a:t>
            </a:r>
          </a:p>
          <a:p>
            <a:pPr marL="342900" lvl="1" indent="-342900" eaLnBrk="1" hangingPunct="1">
              <a:lnSpc>
                <a:spcPct val="114000"/>
              </a:lnSpc>
              <a:spcAft>
                <a:spcPts val="600"/>
              </a:spcAft>
              <a:buFontTx/>
              <a:buChar char="•"/>
            </a:pPr>
            <a:r>
              <a:rPr lang="en-US" altLang="en-US" sz="2800" dirty="0">
                <a:solidFill>
                  <a:schemeClr val="tx1"/>
                </a:solidFill>
                <a:ea typeface="ヒラギノ角ゴ Pro W3" charset="-128"/>
              </a:rPr>
              <a:t>Limitation:</a:t>
            </a:r>
          </a:p>
          <a:p>
            <a:pPr marL="571500" lvl="2" indent="-342900">
              <a:lnSpc>
                <a:spcPct val="114000"/>
              </a:lnSpc>
              <a:spcAft>
                <a:spcPts val="600"/>
              </a:spcAft>
            </a:pPr>
            <a:r>
              <a:rPr lang="en-US" altLang="en-US" sz="2800" dirty="0">
                <a:latin typeface="Calibri" panose="020F0502020204030204" pitchFamily="34" charset="0"/>
                <a:ea typeface="ヒラギノ角ゴ Pro W3" charset="-128"/>
              </a:rPr>
              <a:t> Useful data collection reduced if traffic is encrypted</a:t>
            </a:r>
          </a:p>
          <a:p>
            <a:pPr marL="342900" lvl="1" indent="-342900">
              <a:lnSpc>
                <a:spcPct val="114000"/>
              </a:lnSpc>
              <a:spcAft>
                <a:spcPts val="600"/>
              </a:spcAft>
              <a:buNone/>
            </a:pPr>
            <a:endParaRPr lang="en-US" altLang="en-US" sz="2800" dirty="0">
              <a:latin typeface="Calibri" panose="020F0502020204030204" pitchFamily="34" charset="0"/>
              <a:ea typeface="ヒラギノ角ゴ Pro W3" charset="-128"/>
            </a:endParaRPr>
          </a:p>
        </p:txBody>
      </p:sp>
    </p:spTree>
    <p:extLst>
      <p:ext uri="{BB962C8B-B14F-4D97-AF65-F5344CB8AC3E}">
        <p14:creationId xmlns:p14="http://schemas.microsoft.com/office/powerpoint/2010/main" val="3190673187"/>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539552" y="218941"/>
            <a:ext cx="9518848" cy="1143000"/>
          </a:xfrm>
        </p:spPr>
        <p:txBody>
          <a:bodyPr/>
          <a:lstStyle/>
          <a:p>
            <a:pPr eaLnBrk="1" hangingPunct="1"/>
            <a:r>
              <a:rPr lang="en-US" altLang="en-US" sz="3800" dirty="0">
                <a:effectLst>
                  <a:outerShdw blurRad="38100" dist="38100" dir="2700000" algn="tl">
                    <a:srgbClr val="C0C0C0"/>
                  </a:outerShdw>
                </a:effectLst>
                <a:ea typeface="ヒラギノ角ゴ Pro W3" charset="-128"/>
              </a:rPr>
              <a:t>Man-in-the-Middle Attack </a:t>
            </a:r>
            <a:r>
              <a:rPr lang="en-US" altLang="en-US" sz="3200" dirty="0">
                <a:effectLst>
                  <a:outerShdw blurRad="38100" dist="38100" dir="2700000" algn="tl">
                    <a:srgbClr val="C0C0C0"/>
                  </a:outerShdw>
                </a:effectLst>
                <a:ea typeface="ヒラギノ角ゴ Pro W3" charset="-128"/>
              </a:rPr>
              <a:t>(</a:t>
            </a:r>
            <a:r>
              <a:rPr lang="en-US" altLang="en-US" sz="3200" i="1" dirty="0">
                <a:effectLst>
                  <a:outerShdw blurRad="38100" dist="38100" dir="2700000" algn="tl">
                    <a:srgbClr val="C0C0C0"/>
                  </a:outerShdw>
                </a:effectLst>
                <a:ea typeface="ヒラギノ角ゴ Pro W3" charset="-128"/>
              </a:rPr>
              <a:t>continued</a:t>
            </a:r>
            <a:r>
              <a:rPr lang="en-US" altLang="en-US" sz="3200" dirty="0">
                <a:effectLst>
                  <a:outerShdw blurRad="38100" dist="38100" dir="2700000" algn="tl">
                    <a:srgbClr val="C0C0C0"/>
                  </a:outerShdw>
                </a:effectLst>
                <a:ea typeface="ヒラギノ角ゴ Pro W3" charset="-128"/>
              </a:rPr>
              <a:t>)</a:t>
            </a:r>
          </a:p>
        </p:txBody>
      </p:sp>
      <p:pic>
        <p:nvPicPr>
          <p:cNvPr id="104450" name="Picture 2" descr="F:\Vinny_IM\_Art_JPG\CH15\F15-08.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8554" y="2195848"/>
            <a:ext cx="8151812"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5553408"/>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23392" y="425003"/>
            <a:ext cx="9518848" cy="1143000"/>
          </a:xfrm>
        </p:spPr>
        <p:txBody>
          <a:bodyPr/>
          <a:lstStyle/>
          <a:p>
            <a:pPr eaLnBrk="1" hangingPunct="1"/>
            <a:r>
              <a:rPr lang="en-US" altLang="en-US" sz="4400" dirty="0">
                <a:effectLst>
                  <a:outerShdw blurRad="38100" dist="38100" dir="2700000" algn="tl">
                    <a:srgbClr val="C0C0C0"/>
                  </a:outerShdw>
                </a:effectLst>
                <a:ea typeface="ヒラギノ角ゴ Pro W3" charset="-128"/>
              </a:rPr>
              <a:t>Replay Attack</a:t>
            </a:r>
          </a:p>
        </p:txBody>
      </p:sp>
      <p:sp>
        <p:nvSpPr>
          <p:cNvPr id="106498" name="Rectangle 3"/>
          <p:cNvSpPr>
            <a:spLocks noGrp="1" noChangeArrowheads="1"/>
          </p:cNvSpPr>
          <p:nvPr>
            <p:ph idx="1"/>
          </p:nvPr>
        </p:nvSpPr>
        <p:spPr/>
        <p:txBody>
          <a:bodyPr/>
          <a:lstStyle/>
          <a:p>
            <a:pPr marL="342900" lvl="1" indent="-342900" eaLnBrk="1" hangingPunct="1">
              <a:lnSpc>
                <a:spcPct val="114000"/>
              </a:lnSpc>
              <a:spcAft>
                <a:spcPts val="600"/>
              </a:spcAft>
              <a:buFontTx/>
              <a:buChar char="•"/>
            </a:pPr>
            <a:r>
              <a:rPr lang="en-US" altLang="en-US" sz="2800" dirty="0">
                <a:solidFill>
                  <a:schemeClr val="tx1"/>
                </a:solidFill>
                <a:ea typeface="ヒラギノ角ゴ Pro W3" charset="-128"/>
              </a:rPr>
              <a:t>Attacker intercepts part of an exchange between two hosts and retransmits message later. </a:t>
            </a:r>
            <a:endParaRPr lang="en-US" altLang="en-US" sz="2800" dirty="0">
              <a:latin typeface="Calibri" panose="020F0502020204030204" pitchFamily="34" charset="0"/>
              <a:ea typeface="ヒラギノ角ゴ Pro W3" charset="-128"/>
            </a:endParaRPr>
          </a:p>
          <a:p>
            <a:pPr marL="571500" lvl="2" indent="-342900">
              <a:lnSpc>
                <a:spcPct val="114000"/>
              </a:lnSpc>
              <a:spcAft>
                <a:spcPts val="600"/>
              </a:spcAft>
            </a:pPr>
            <a:r>
              <a:rPr lang="en-US" altLang="en-US" sz="2800" dirty="0">
                <a:latin typeface="Calibri" panose="020F0502020204030204" pitchFamily="34" charset="0"/>
                <a:ea typeface="ヒラギノ角ゴ Pro W3" charset="-128"/>
              </a:rPr>
              <a:t>Often used to bypass authentication mechanisms</a:t>
            </a:r>
          </a:p>
          <a:p>
            <a:pPr marL="342900" lvl="1" indent="-342900" eaLnBrk="1" hangingPunct="1">
              <a:lnSpc>
                <a:spcPct val="114000"/>
              </a:lnSpc>
              <a:spcAft>
                <a:spcPts val="600"/>
              </a:spcAft>
              <a:buFontTx/>
              <a:buChar char="•"/>
            </a:pPr>
            <a:r>
              <a:rPr lang="en-US" altLang="en-US" sz="2800" dirty="0">
                <a:solidFill>
                  <a:schemeClr val="tx1"/>
                </a:solidFill>
                <a:ea typeface="ヒラギノ角ゴ Pro W3" charset="-128"/>
              </a:rPr>
              <a:t>Prevented by encrypting traffic, cryptographic authentication, and time-stamping messages.</a:t>
            </a:r>
          </a:p>
          <a:p>
            <a:pPr marL="342900" lvl="1" indent="-342900" eaLnBrk="1" hangingPunct="1">
              <a:lnSpc>
                <a:spcPct val="114000"/>
              </a:lnSpc>
              <a:spcAft>
                <a:spcPts val="600"/>
              </a:spcAft>
              <a:buFontTx/>
              <a:buChar char="•"/>
            </a:pPr>
            <a:endParaRPr lang="en-US" altLang="en-US" sz="2800" dirty="0">
              <a:solidFill>
                <a:schemeClr val="tx1"/>
              </a:solidFill>
              <a:ea typeface="ヒラギノ角ゴ Pro W3" charset="-128"/>
            </a:endParaRPr>
          </a:p>
        </p:txBody>
      </p:sp>
    </p:spTree>
    <p:extLst>
      <p:ext uri="{BB962C8B-B14F-4D97-AF65-F5344CB8AC3E}">
        <p14:creationId xmlns:p14="http://schemas.microsoft.com/office/powerpoint/2010/main" val="3453514726"/>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23392" y="463640"/>
            <a:ext cx="9518848" cy="1143000"/>
          </a:xfrm>
        </p:spPr>
        <p:txBody>
          <a:bodyPr/>
          <a:lstStyle/>
          <a:p>
            <a:pPr eaLnBrk="1" hangingPunct="1"/>
            <a:r>
              <a:rPr lang="en-US" altLang="en-US" sz="4400" dirty="0">
                <a:effectLst>
                  <a:outerShdw blurRad="38100" dist="38100" dir="2700000" algn="tl">
                    <a:srgbClr val="C0C0C0"/>
                  </a:outerShdw>
                </a:effectLst>
                <a:ea typeface="ヒラギノ角ゴ Pro W3" charset="-128"/>
              </a:rPr>
              <a:t>TCP/IP Hijacking</a:t>
            </a:r>
          </a:p>
        </p:txBody>
      </p:sp>
      <p:sp>
        <p:nvSpPr>
          <p:cNvPr id="108546" name="Rectangle 3"/>
          <p:cNvSpPr>
            <a:spLocks noGrp="1" noChangeArrowheads="1"/>
          </p:cNvSpPr>
          <p:nvPr>
            <p:ph idx="1"/>
          </p:nvPr>
        </p:nvSpPr>
        <p:spPr/>
        <p:txBody>
          <a:bodyPr/>
          <a:lstStyle/>
          <a:p>
            <a:pPr marL="342900" lvl="1" indent="-342900" eaLnBrk="1" hangingPunct="1">
              <a:lnSpc>
                <a:spcPct val="114000"/>
              </a:lnSpc>
              <a:spcAft>
                <a:spcPts val="600"/>
              </a:spcAft>
              <a:buFontTx/>
              <a:buChar char="•"/>
            </a:pPr>
            <a:r>
              <a:rPr lang="en-US" altLang="en-US" sz="2800" dirty="0">
                <a:solidFill>
                  <a:schemeClr val="tx1"/>
                </a:solidFill>
                <a:ea typeface="ヒラギノ角ゴ Pro W3" charset="-128"/>
              </a:rPr>
              <a:t>Assume control of an already existing session:</a:t>
            </a:r>
            <a:endParaRPr lang="en-US" altLang="en-US" sz="2800" dirty="0">
              <a:latin typeface="Calibri" panose="020F0502020204030204" pitchFamily="34" charset="0"/>
              <a:ea typeface="ヒラギノ角ゴ Pro W3" charset="-128"/>
            </a:endParaRPr>
          </a:p>
          <a:p>
            <a:pPr marL="571500" lvl="2" indent="-342900">
              <a:lnSpc>
                <a:spcPct val="114000"/>
              </a:lnSpc>
              <a:spcAft>
                <a:spcPts val="600"/>
              </a:spcAft>
            </a:pPr>
            <a:r>
              <a:rPr lang="en-US" altLang="en-US" sz="2800" dirty="0">
                <a:latin typeface="Calibri" panose="020F0502020204030204" pitchFamily="34" charset="0"/>
                <a:ea typeface="ヒラギノ角ゴ Pro W3" charset="-128"/>
              </a:rPr>
              <a:t>Attacker circumvents authentication.</a:t>
            </a:r>
          </a:p>
          <a:p>
            <a:pPr marL="571500" lvl="2" indent="-342900">
              <a:lnSpc>
                <a:spcPct val="114000"/>
              </a:lnSpc>
              <a:spcAft>
                <a:spcPts val="600"/>
              </a:spcAft>
            </a:pPr>
            <a:r>
              <a:rPr lang="en-US" altLang="en-US" sz="2800" dirty="0">
                <a:latin typeface="Calibri" panose="020F0502020204030204" pitchFamily="34" charset="0"/>
                <a:ea typeface="ヒラギノ角ゴ Pro W3" charset="-128"/>
              </a:rPr>
              <a:t>Can be disguised with a </a:t>
            </a:r>
            <a:r>
              <a:rPr lang="en-US" altLang="en-US" sz="2800" dirty="0" err="1">
                <a:latin typeface="Calibri" panose="020F0502020204030204" pitchFamily="34" charset="0"/>
                <a:ea typeface="ヒラギノ角ゴ Pro W3" charset="-128"/>
              </a:rPr>
              <a:t>DoS</a:t>
            </a:r>
            <a:r>
              <a:rPr lang="en-US" altLang="en-US" sz="2800" dirty="0">
                <a:latin typeface="Calibri" panose="020F0502020204030204" pitchFamily="34" charset="0"/>
                <a:ea typeface="ヒラギノ角ゴ Pro W3" charset="-128"/>
              </a:rPr>
              <a:t> attack.</a:t>
            </a:r>
          </a:p>
          <a:p>
            <a:pPr marL="571500" lvl="2" indent="-342900">
              <a:lnSpc>
                <a:spcPct val="114000"/>
              </a:lnSpc>
              <a:spcAft>
                <a:spcPts val="600"/>
              </a:spcAft>
            </a:pPr>
            <a:r>
              <a:rPr lang="en-US" altLang="en-US" sz="2800" dirty="0">
                <a:latin typeface="Calibri" panose="020F0502020204030204" pitchFamily="34" charset="0"/>
                <a:ea typeface="ヒラギノ角ゴ Pro W3" charset="-128"/>
              </a:rPr>
              <a:t>Typically used against web and Telnet sessions.</a:t>
            </a:r>
          </a:p>
          <a:p>
            <a:pPr marL="342900" lvl="1" indent="-342900" eaLnBrk="1" hangingPunct="1">
              <a:buNone/>
            </a:pPr>
            <a:endParaRPr lang="en-US" altLang="en-US" sz="3200" dirty="0">
              <a:latin typeface="Calibri" panose="020F0502020204030204" pitchFamily="34" charset="0"/>
              <a:ea typeface="ヒラギノ角ゴ Pro W3" charset="-128"/>
            </a:endParaRPr>
          </a:p>
        </p:txBody>
      </p:sp>
    </p:spTree>
    <p:extLst>
      <p:ext uri="{BB962C8B-B14F-4D97-AF65-F5344CB8AC3E}">
        <p14:creationId xmlns:p14="http://schemas.microsoft.com/office/powerpoint/2010/main" val="950748671"/>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23392" y="386367"/>
            <a:ext cx="9518848" cy="1143000"/>
          </a:xfrm>
        </p:spPr>
        <p:txBody>
          <a:bodyPr/>
          <a:lstStyle/>
          <a:p>
            <a:pPr eaLnBrk="1" hangingPunct="1"/>
            <a:r>
              <a:rPr lang="en-US" altLang="en-US" sz="4400" dirty="0">
                <a:effectLst>
                  <a:outerShdw blurRad="38100" dist="38100" dir="2700000" algn="tl">
                    <a:srgbClr val="C0C0C0"/>
                  </a:outerShdw>
                </a:effectLst>
                <a:ea typeface="ヒラギノ角ゴ Pro W3" charset="-128"/>
              </a:rPr>
              <a:t>Drive-by Download Attack</a:t>
            </a:r>
          </a:p>
        </p:txBody>
      </p:sp>
      <p:sp>
        <p:nvSpPr>
          <p:cNvPr id="110594" name="Rectangle 3"/>
          <p:cNvSpPr>
            <a:spLocks noGrp="1" noChangeArrowheads="1"/>
          </p:cNvSpPr>
          <p:nvPr>
            <p:ph idx="1"/>
          </p:nvPr>
        </p:nvSpPr>
        <p:spPr/>
        <p:txBody>
          <a:bodyPr/>
          <a:lstStyle/>
          <a:p>
            <a:pPr marL="342900" lvl="1" indent="-342900" eaLnBrk="1" hangingPunct="1">
              <a:lnSpc>
                <a:spcPct val="114000"/>
              </a:lnSpc>
              <a:spcAft>
                <a:spcPts val="600"/>
              </a:spcAft>
              <a:buFontTx/>
              <a:buChar char="•"/>
            </a:pPr>
            <a:r>
              <a:rPr lang="en-US" altLang="en-US" sz="2800" dirty="0">
                <a:solidFill>
                  <a:schemeClr val="tx1"/>
                </a:solidFill>
                <a:ea typeface="ヒラギノ角ゴ Pro W3" charset="-128"/>
              </a:rPr>
              <a:t>Unsolicited malware downloads</a:t>
            </a:r>
            <a:endParaRPr lang="en-US" altLang="en-US" sz="2800" dirty="0">
              <a:latin typeface="Calibri" panose="020F0502020204030204" pitchFamily="34" charset="0"/>
              <a:ea typeface="ヒラギノ角ゴ Pro W3" charset="-128"/>
            </a:endParaRPr>
          </a:p>
          <a:p>
            <a:pPr marL="342900" lvl="1" indent="-342900">
              <a:lnSpc>
                <a:spcPct val="114000"/>
              </a:lnSpc>
              <a:spcAft>
                <a:spcPts val="600"/>
              </a:spcAft>
            </a:pPr>
            <a:r>
              <a:rPr lang="en-US" altLang="en-US" sz="2800" dirty="0">
                <a:latin typeface="Calibri" panose="020F0502020204030204" pitchFamily="34" charset="0"/>
                <a:ea typeface="ヒラギノ角ゴ Pro W3" charset="-128"/>
              </a:rPr>
              <a:t>May be hidden in legitimate ads or hosted from web sites that prey on unaware users</a:t>
            </a:r>
          </a:p>
          <a:p>
            <a:pPr marL="342900" lvl="1" indent="-342900" eaLnBrk="1" hangingPunct="1">
              <a:buNone/>
            </a:pPr>
            <a:endParaRPr lang="en-US" altLang="en-US" sz="3200" dirty="0">
              <a:latin typeface="Calibri" panose="020F0502020204030204" pitchFamily="34" charset="0"/>
              <a:ea typeface="ヒラギノ角ゴ Pro W3" charset="-128"/>
            </a:endParaRPr>
          </a:p>
        </p:txBody>
      </p:sp>
    </p:spTree>
    <p:extLst>
      <p:ext uri="{BB962C8B-B14F-4D97-AF65-F5344CB8AC3E}">
        <p14:creationId xmlns:p14="http://schemas.microsoft.com/office/powerpoint/2010/main" val="2961599996"/>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23392" y="566670"/>
            <a:ext cx="9518848" cy="1143000"/>
          </a:xfrm>
        </p:spPr>
        <p:txBody>
          <a:bodyPr/>
          <a:lstStyle/>
          <a:p>
            <a:pPr eaLnBrk="1" hangingPunct="1"/>
            <a:r>
              <a:rPr lang="en-US" altLang="en-US" sz="4400" dirty="0">
                <a:effectLst>
                  <a:outerShdw blurRad="38100" dist="38100" dir="2700000" algn="tl">
                    <a:srgbClr val="C0C0C0"/>
                  </a:outerShdw>
                </a:effectLst>
                <a:ea typeface="ヒラギノ角ゴ Pro W3" charset="-128"/>
              </a:rPr>
              <a:t>Password Attacks</a:t>
            </a:r>
          </a:p>
        </p:txBody>
      </p:sp>
      <p:sp>
        <p:nvSpPr>
          <p:cNvPr id="112642" name="Rectangle 3"/>
          <p:cNvSpPr>
            <a:spLocks noGrp="1" noChangeArrowheads="1"/>
          </p:cNvSpPr>
          <p:nvPr>
            <p:ph idx="1"/>
          </p:nvPr>
        </p:nvSpPr>
        <p:spPr/>
        <p:txBody>
          <a:bodyPr/>
          <a:lstStyle/>
          <a:p>
            <a:pPr marL="342900" lvl="1" indent="-342900">
              <a:buFontTx/>
              <a:buChar char="•"/>
            </a:pPr>
            <a:r>
              <a:rPr lang="en-US" altLang="en-US" sz="2600">
                <a:solidFill>
                  <a:schemeClr val="tx1"/>
                </a:solidFill>
              </a:rPr>
              <a:t>Most common user authentication is combination of user ID and password.</a:t>
            </a:r>
          </a:p>
          <a:p>
            <a:pPr marL="342900" lvl="1" indent="-342900">
              <a:buNone/>
            </a:pPr>
            <a:endParaRPr lang="en-US" altLang="en-US" sz="2600">
              <a:solidFill>
                <a:schemeClr val="tx1"/>
              </a:solidFill>
            </a:endParaRPr>
          </a:p>
          <a:p>
            <a:pPr marL="342900" lvl="1" indent="-342900">
              <a:buFontTx/>
              <a:buChar char="•"/>
            </a:pPr>
            <a:r>
              <a:rPr lang="en-US" altLang="en-US" sz="2600">
                <a:solidFill>
                  <a:schemeClr val="tx1"/>
                </a:solidFill>
              </a:rPr>
              <a:t>A compromised password typically indicates a failure to adhere to good password procedures.</a:t>
            </a:r>
          </a:p>
          <a:p>
            <a:pPr marL="342900" lvl="1" indent="-342900">
              <a:buFontTx/>
              <a:buChar char="•"/>
            </a:pPr>
            <a:endParaRPr lang="en-US" altLang="en-US" sz="2600">
              <a:solidFill>
                <a:schemeClr val="tx1"/>
              </a:solidFill>
            </a:endParaRPr>
          </a:p>
        </p:txBody>
      </p:sp>
    </p:spTree>
    <p:extLst>
      <p:ext uri="{BB962C8B-B14F-4D97-AF65-F5344CB8AC3E}">
        <p14:creationId xmlns:p14="http://schemas.microsoft.com/office/powerpoint/2010/main" val="3090170518"/>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ltLang="en-US" sz="4400">
                <a:effectLst>
                  <a:outerShdw blurRad="38100" dist="38100" dir="2700000" algn="tl">
                    <a:srgbClr val="C0C0C0"/>
                  </a:outerShdw>
                </a:effectLst>
                <a:ea typeface="ヒラギノ角ゴ Pro W3" charset="-128"/>
              </a:rPr>
              <a:t>Password Attacks </a:t>
            </a:r>
            <a:r>
              <a:rPr lang="en-US" altLang="en-US">
                <a:effectLst>
                  <a:outerShdw blurRad="38100" dist="38100" dir="2700000" algn="tl">
                    <a:srgbClr val="C0C0C0"/>
                  </a:outerShdw>
                </a:effectLst>
                <a:ea typeface="ヒラギノ角ゴ Pro W3" charset="-128"/>
              </a:rPr>
              <a:t>(</a:t>
            </a:r>
            <a:r>
              <a:rPr lang="en-US" altLang="en-US" i="1">
                <a:effectLst>
                  <a:outerShdw blurRad="38100" dist="38100" dir="2700000" algn="tl">
                    <a:srgbClr val="C0C0C0"/>
                  </a:outerShdw>
                </a:effectLst>
                <a:ea typeface="ヒラギノ角ゴ Pro W3" charset="-128"/>
              </a:rPr>
              <a:t>continued</a:t>
            </a:r>
            <a:r>
              <a:rPr lang="en-US" altLang="en-US">
                <a:effectLst>
                  <a:outerShdw blurRad="38100" dist="38100" dir="2700000" algn="tl">
                    <a:srgbClr val="C0C0C0"/>
                  </a:outerShdw>
                </a:effectLst>
                <a:ea typeface="ヒラギノ角ゴ Pro W3" charset="-128"/>
              </a:rPr>
              <a:t>)</a:t>
            </a:r>
          </a:p>
        </p:txBody>
      </p:sp>
      <p:sp>
        <p:nvSpPr>
          <p:cNvPr id="114690" name="Rectangle 3"/>
          <p:cNvSpPr>
            <a:spLocks noGrp="1" noChangeArrowheads="1"/>
          </p:cNvSpPr>
          <p:nvPr>
            <p:ph idx="1"/>
          </p:nvPr>
        </p:nvSpPr>
        <p:spPr/>
        <p:txBody>
          <a:bodyPr/>
          <a:lstStyle/>
          <a:p>
            <a:pPr marL="342900" lvl="1" indent="-342900">
              <a:buFontTx/>
              <a:buChar char="•"/>
            </a:pPr>
            <a:r>
              <a:rPr lang="en-US" altLang="en-US" sz="2800" dirty="0">
                <a:solidFill>
                  <a:schemeClr val="tx1"/>
                </a:solidFill>
              </a:rPr>
              <a:t>Password attack methods</a:t>
            </a:r>
          </a:p>
          <a:p>
            <a:pPr marL="342900" lvl="1" indent="-342900"/>
            <a:r>
              <a:rPr lang="en-US" altLang="en-US" sz="2800" dirty="0">
                <a:latin typeface="Calibri" panose="020F0502020204030204" pitchFamily="34" charset="0"/>
                <a:ea typeface="ヒラギノ角ゴ Pro W3" charset="-128"/>
              </a:rPr>
              <a:t>Guess</a:t>
            </a:r>
          </a:p>
          <a:p>
            <a:pPr marL="342900" lvl="1" indent="-342900"/>
            <a:r>
              <a:rPr lang="en-US" altLang="en-US" sz="2800" dirty="0">
                <a:latin typeface="Calibri" panose="020F0502020204030204" pitchFamily="34" charset="0"/>
                <a:ea typeface="ヒラギノ角ゴ Pro W3" charset="-128"/>
              </a:rPr>
              <a:t>Dictionary</a:t>
            </a:r>
          </a:p>
          <a:p>
            <a:pPr marL="342900" lvl="1" indent="-342900"/>
            <a:r>
              <a:rPr lang="en-US" altLang="en-US" sz="2800" dirty="0">
                <a:latin typeface="Calibri" panose="020F0502020204030204" pitchFamily="34" charset="0"/>
                <a:ea typeface="ヒラギノ角ゴ Pro W3" charset="-128"/>
              </a:rPr>
              <a:t>Brute force</a:t>
            </a:r>
          </a:p>
          <a:p>
            <a:pPr marL="342900" lvl="1" indent="-342900"/>
            <a:r>
              <a:rPr lang="en-US" altLang="en-US" sz="2800" dirty="0">
                <a:latin typeface="Calibri" panose="020F0502020204030204" pitchFamily="34" charset="0"/>
                <a:ea typeface="ヒラギノ角ゴ Pro W3" charset="-128"/>
              </a:rPr>
              <a:t>Hybrid</a:t>
            </a:r>
          </a:p>
          <a:p>
            <a:pPr marL="342900" lvl="1" indent="-342900"/>
            <a:r>
              <a:rPr lang="en-US" altLang="en-US" sz="2800" dirty="0">
                <a:latin typeface="Calibri" panose="020F0502020204030204" pitchFamily="34" charset="0"/>
                <a:ea typeface="ヒラギノ角ゴ Pro W3" charset="-128"/>
              </a:rPr>
              <a:t>Birthday</a:t>
            </a:r>
          </a:p>
        </p:txBody>
      </p:sp>
    </p:spTree>
    <p:extLst>
      <p:ext uri="{BB962C8B-B14F-4D97-AF65-F5344CB8AC3E}">
        <p14:creationId xmlns:p14="http://schemas.microsoft.com/office/powerpoint/2010/main" val="1726919599"/>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725510" y="296214"/>
            <a:ext cx="9518848" cy="1143000"/>
          </a:xfrm>
        </p:spPr>
        <p:txBody>
          <a:bodyPr/>
          <a:lstStyle/>
          <a:p>
            <a:pPr eaLnBrk="1" hangingPunct="1"/>
            <a:r>
              <a:rPr lang="en-US" altLang="en-US" sz="4400" dirty="0">
                <a:effectLst>
                  <a:outerShdw blurRad="38100" dist="38100" dir="2700000" algn="tl">
                    <a:srgbClr val="C0C0C0"/>
                  </a:outerShdw>
                </a:effectLst>
                <a:ea typeface="ヒラギノ角ゴ Pro W3" charset="-128"/>
              </a:rPr>
              <a:t>War-dialing and War-driving</a:t>
            </a:r>
          </a:p>
        </p:txBody>
      </p:sp>
      <p:sp>
        <p:nvSpPr>
          <p:cNvPr id="116738" name="Rectangle 3"/>
          <p:cNvSpPr>
            <a:spLocks noGrp="1" noChangeArrowheads="1"/>
          </p:cNvSpPr>
          <p:nvPr>
            <p:ph idx="1"/>
          </p:nvPr>
        </p:nvSpPr>
        <p:spPr/>
        <p:txBody>
          <a:bodyPr/>
          <a:lstStyle/>
          <a:p>
            <a:pPr marL="342900" lvl="1" indent="-342900">
              <a:lnSpc>
                <a:spcPct val="150000"/>
              </a:lnSpc>
              <a:spcAft>
                <a:spcPts val="600"/>
              </a:spcAft>
              <a:buFontTx/>
              <a:buChar char="•"/>
            </a:pPr>
            <a:r>
              <a:rPr lang="en-US" altLang="en-US" sz="2800" dirty="0">
                <a:solidFill>
                  <a:schemeClr val="tx1"/>
                </a:solidFill>
              </a:rPr>
              <a:t>War-dialing attempts to find unprotected modem connections to a system over phone lines.</a:t>
            </a:r>
          </a:p>
          <a:p>
            <a:pPr marL="571500" lvl="2" indent="-342900">
              <a:lnSpc>
                <a:spcPct val="150000"/>
              </a:lnSpc>
              <a:spcAft>
                <a:spcPts val="600"/>
              </a:spcAft>
            </a:pPr>
            <a:r>
              <a:rPr lang="en-US" altLang="en-US" sz="2800" dirty="0">
                <a:latin typeface="Calibri" panose="020F0502020204030204" pitchFamily="34" charset="0"/>
                <a:ea typeface="ヒラギノ角ゴ Pro W3" charset="-128"/>
              </a:rPr>
              <a:t>New telephone firewalls restrict access.</a:t>
            </a:r>
          </a:p>
          <a:p>
            <a:pPr marL="342900" lvl="1" indent="-342900">
              <a:lnSpc>
                <a:spcPct val="150000"/>
              </a:lnSpc>
              <a:spcAft>
                <a:spcPts val="600"/>
              </a:spcAft>
              <a:buFontTx/>
              <a:buChar char="•"/>
            </a:pPr>
            <a:r>
              <a:rPr lang="en-US" altLang="en-US" sz="2800" dirty="0">
                <a:solidFill>
                  <a:schemeClr val="tx1"/>
                </a:solidFill>
              </a:rPr>
              <a:t>War-driving involves traveling around an area in search of vulnerable wireless networks.</a:t>
            </a:r>
          </a:p>
          <a:p>
            <a:pPr marL="742950" lvl="2" indent="-342900">
              <a:buNone/>
            </a:pPr>
            <a:endParaRPr lang="en-US" altLang="en-US" sz="2400" dirty="0"/>
          </a:p>
        </p:txBody>
      </p:sp>
    </p:spTree>
    <p:extLst>
      <p:ext uri="{BB962C8B-B14F-4D97-AF65-F5344CB8AC3E}">
        <p14:creationId xmlns:p14="http://schemas.microsoft.com/office/powerpoint/2010/main" val="3196918951"/>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23392" y="283336"/>
            <a:ext cx="9518848" cy="1143000"/>
          </a:xfrm>
        </p:spPr>
        <p:txBody>
          <a:bodyPr/>
          <a:lstStyle/>
          <a:p>
            <a:pPr eaLnBrk="1" hangingPunct="1"/>
            <a:r>
              <a:rPr lang="en-US" altLang="en-US" sz="4400" dirty="0" smtClean="0">
                <a:effectLst>
                  <a:outerShdw blurRad="38100" dist="38100" dir="2700000" algn="tl">
                    <a:srgbClr val="C0C0C0"/>
                  </a:outerShdw>
                </a:effectLst>
                <a:ea typeface="ヒラギノ角ゴ Pro W3" charset="-128"/>
              </a:rPr>
              <a:t>Backdoor</a:t>
            </a:r>
            <a:endParaRPr lang="en-US" altLang="en-US" sz="4400" dirty="0">
              <a:effectLst>
                <a:outerShdw blurRad="38100" dist="38100" dir="2700000" algn="tl">
                  <a:srgbClr val="C0C0C0"/>
                </a:outerShdw>
              </a:effectLst>
              <a:ea typeface="ヒラギノ角ゴ Pro W3" charset="-128"/>
            </a:endParaRPr>
          </a:p>
        </p:txBody>
      </p:sp>
      <p:sp>
        <p:nvSpPr>
          <p:cNvPr id="12291" name="Rectangle 3"/>
          <p:cNvSpPr>
            <a:spLocks noGrp="1" noChangeArrowheads="1"/>
          </p:cNvSpPr>
          <p:nvPr>
            <p:ph idx="1"/>
          </p:nvPr>
        </p:nvSpPr>
        <p:spPr>
          <a:xfrm>
            <a:off x="623392" y="1998804"/>
            <a:ext cx="11041227" cy="3916363"/>
          </a:xfrm>
        </p:spPr>
        <p:txBody>
          <a:bodyPr/>
          <a:lstStyle/>
          <a:p>
            <a:pPr marL="342900" lvl="1" indent="-342900" eaLnBrk="1" hangingPunct="1">
              <a:lnSpc>
                <a:spcPct val="114000"/>
              </a:lnSpc>
              <a:spcAft>
                <a:spcPts val="600"/>
              </a:spcAft>
              <a:buFontTx/>
              <a:buChar char="•"/>
              <a:defRPr/>
            </a:pPr>
            <a:r>
              <a:rPr lang="en-US" dirty="0" smtClean="0">
                <a:solidFill>
                  <a:schemeClr val="tx1"/>
                </a:solidFill>
                <a:cs typeface="ヒラギノ角ゴ Pro W3" pitchFamily="-111" charset="-128"/>
              </a:rPr>
              <a:t>Backdoor</a:t>
            </a:r>
            <a:endParaRPr lang="en-US" dirty="0">
              <a:solidFill>
                <a:schemeClr val="tx1"/>
              </a:solidFill>
              <a:cs typeface="ヒラギノ角ゴ Pro W3" pitchFamily="-111" charset="-128"/>
            </a:endParaRPr>
          </a:p>
          <a:p>
            <a:pPr lvl="2">
              <a:lnSpc>
                <a:spcPct val="114000"/>
              </a:lnSpc>
              <a:spcAft>
                <a:spcPts val="600"/>
              </a:spcAft>
              <a:defRPr/>
            </a:pPr>
            <a:r>
              <a:rPr lang="en-US" dirty="0"/>
              <a:t>Ensures continued unrestricted access in the future</a:t>
            </a:r>
          </a:p>
          <a:p>
            <a:pPr lvl="2">
              <a:lnSpc>
                <a:spcPct val="114000"/>
              </a:lnSpc>
              <a:spcAft>
                <a:spcPts val="600"/>
              </a:spcAft>
              <a:defRPr/>
            </a:pPr>
            <a:r>
              <a:rPr lang="en-US" dirty="0"/>
              <a:t>Attackers implant them in compromised systems </a:t>
            </a:r>
          </a:p>
          <a:p>
            <a:pPr lvl="2">
              <a:lnSpc>
                <a:spcPct val="114000"/>
              </a:lnSpc>
              <a:spcAft>
                <a:spcPts val="600"/>
              </a:spcAft>
              <a:defRPr/>
            </a:pPr>
            <a:r>
              <a:rPr lang="en-US" dirty="0"/>
              <a:t>Can be installed inadvertently with a Trojan horse</a:t>
            </a:r>
          </a:p>
        </p:txBody>
      </p:sp>
    </p:spTree>
    <p:extLst>
      <p:ext uri="{BB962C8B-B14F-4D97-AF65-F5344CB8AC3E}">
        <p14:creationId xmlns:p14="http://schemas.microsoft.com/office/powerpoint/2010/main" val="2788463090"/>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4283" y="0"/>
            <a:ext cx="9518848" cy="1143000"/>
          </a:xfrm>
        </p:spPr>
        <p:txBody>
          <a:bodyPr/>
          <a:lstStyle/>
          <a:p>
            <a:r>
              <a:rPr lang="en-US" dirty="0" smtClean="0"/>
              <a:t>Phishing </a:t>
            </a:r>
            <a:endParaRPr lang="en-US" dirty="0"/>
          </a:p>
        </p:txBody>
      </p:sp>
      <p:pic>
        <p:nvPicPr>
          <p:cNvPr id="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l="238" t="11378" r="67400" b="53732"/>
          <a:stretch>
            <a:fillRect/>
          </a:stretch>
        </p:blipFill>
        <p:spPr bwMode="auto">
          <a:xfrm>
            <a:off x="377780" y="1554816"/>
            <a:ext cx="4931969" cy="29909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t="17422" r="67799" b="57689"/>
          <a:stretch>
            <a:fillRect/>
          </a:stretch>
        </p:blipFill>
        <p:spPr bwMode="auto">
          <a:xfrm>
            <a:off x="5493707" y="3534285"/>
            <a:ext cx="7644958" cy="33237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65021343"/>
      </p:ext>
    </p:extLst>
  </p:cSld>
  <p:clrMapOvr>
    <a:masterClrMapping/>
  </p:clrMapOvr>
</p:sld>
</file>

<file path=ppt/theme/theme1.xml><?xml version="1.0" encoding="utf-8"?>
<a:theme xmlns:a="http://schemas.openxmlformats.org/drawingml/2006/main" name="Plaza">
  <a:themeElements>
    <a:clrScheme name="Plaza">
      <a:dk1>
        <a:sysClr val="windowText" lastClr="000000"/>
      </a:dk1>
      <a:lt1>
        <a:sysClr val="window" lastClr="FFFFFF"/>
      </a:lt1>
      <a:dk2>
        <a:srgbClr val="333333"/>
      </a:dk2>
      <a:lt2>
        <a:srgbClr val="CCCCCC"/>
      </a:lt2>
      <a:accent1>
        <a:srgbClr val="990000"/>
      </a:accent1>
      <a:accent2>
        <a:srgbClr val="580101"/>
      </a:accent2>
      <a:accent3>
        <a:srgbClr val="E94A00"/>
      </a:accent3>
      <a:accent4>
        <a:srgbClr val="EB8F00"/>
      </a:accent4>
      <a:accent5>
        <a:srgbClr val="A4A4A4"/>
      </a:accent5>
      <a:accent6>
        <a:srgbClr val="666666"/>
      </a:accent6>
      <a:hlink>
        <a:srgbClr val="D01010"/>
      </a:hlink>
      <a:folHlink>
        <a:srgbClr val="E6682E"/>
      </a:folHlink>
    </a:clrScheme>
    <a:fontScheme name="Plaza">
      <a:majorFont>
        <a:latin typeface="Century Gothic"/>
        <a:ea typeface=""/>
        <a:cs typeface=""/>
        <a:font script="Jpan" typeface="メイリオ"/>
        <a:font script="Hans" typeface="宋体"/>
        <a:font script="Hant" typeface="新細明體"/>
      </a:majorFont>
      <a:minorFont>
        <a:latin typeface="Century Gothic"/>
        <a:ea typeface=""/>
        <a:cs typeface=""/>
        <a:font script="Jpan" typeface="メイリオ"/>
        <a:font script="Hans" typeface="宋体"/>
        <a:font script="Hant" typeface="新細明體"/>
      </a:minorFont>
    </a:fontScheme>
    <a:fmtScheme name="Plaza">
      <a:fillStyleLst>
        <a:solidFill>
          <a:schemeClr val="phClr"/>
        </a:solidFill>
        <a:gradFill rotWithShape="1">
          <a:gsLst>
            <a:gs pos="0">
              <a:schemeClr val="phClr">
                <a:tint val="100000"/>
                <a:shade val="60000"/>
                <a:satMod val="135000"/>
              </a:schemeClr>
            </a:gs>
            <a:gs pos="100000">
              <a:schemeClr val="phClr">
                <a:tint val="100000"/>
                <a:shade val="100000"/>
                <a:satMod val="135000"/>
              </a:schemeClr>
            </a:gs>
          </a:gsLst>
          <a:lin ang="16200000" scaled="1"/>
        </a:gradFill>
        <a:gradFill rotWithShape="1">
          <a:gsLst>
            <a:gs pos="0">
              <a:schemeClr val="phClr">
                <a:shade val="70000"/>
                <a:satMod val="120000"/>
              </a:schemeClr>
            </a:gs>
            <a:gs pos="35000">
              <a:schemeClr val="phClr">
                <a:shade val="100000"/>
                <a:satMod val="150000"/>
              </a:schemeClr>
            </a:gs>
            <a:gs pos="70000">
              <a:schemeClr val="phClr">
                <a:tint val="100000"/>
                <a:shade val="100000"/>
                <a:satMod val="200000"/>
                <a:greenMod val="100000"/>
              </a:schemeClr>
            </a:gs>
            <a:gs pos="100000">
              <a:schemeClr val="phClr">
                <a:tint val="100000"/>
                <a:shade val="100000"/>
                <a:satMod val="250000"/>
                <a:greenMod val="100000"/>
              </a:schemeClr>
            </a:gs>
          </a:gsLst>
          <a:lin ang="162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a:effectStyle>
        <a:effectStyle>
          <a:effectLst>
            <a:innerShdw blurRad="50800" dist="25400" dir="13500000">
              <a:srgbClr val="FFFFFF">
                <a:alpha val="75000"/>
              </a:srgbClr>
            </a:innerShdw>
            <a:outerShdw blurRad="88900" dist="38100" dir="6600000" sx="101000" sy="101000" rotWithShape="0">
              <a:srgbClr val="000000">
                <a:alpha val="50000"/>
              </a:srgbClr>
            </a:outerShdw>
          </a:effectLst>
          <a:scene3d>
            <a:camera prst="perspectiveFront" fov="3000000"/>
            <a:lightRig rig="morning" dir="tl">
              <a:rot lat="0" lon="0" rev="1800000"/>
            </a:lightRig>
          </a:scene3d>
          <a:sp3d contourW="38100" prstMaterial="softEdge">
            <a:bevelT w="25400" h="38100"/>
            <a:contourClr>
              <a:schemeClr val="phClr">
                <a:tint val="6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TotalTime>
  <Words>4113</Words>
  <Application>Microsoft Office PowerPoint</Application>
  <PresentationFormat>Widescreen</PresentationFormat>
  <Paragraphs>297</Paragraphs>
  <Slides>28</Slides>
  <Notes>25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28</vt:i4>
      </vt:variant>
    </vt:vector>
  </HeadingPairs>
  <TitlesOfParts>
    <vt:vector size="39" baseType="lpstr">
      <vt:lpstr>ＭＳ Ｐゴシック</vt:lpstr>
      <vt:lpstr>ＭＳ Ｐゴシック</vt:lpstr>
      <vt:lpstr>游ゴシック</vt:lpstr>
      <vt:lpstr>Arial</vt:lpstr>
      <vt:lpstr>Calibri</vt:lpstr>
      <vt:lpstr>Century Gothic</vt:lpstr>
      <vt:lpstr>Gill Sans MT</vt:lpstr>
      <vt:lpstr>Gloria Hallelujah</vt:lpstr>
      <vt:lpstr>Wingdings 2</vt:lpstr>
      <vt:lpstr>ヒラギノ角ゴ Pro W3</vt:lpstr>
      <vt:lpstr>Plaza</vt:lpstr>
      <vt:lpstr>Network Attacks</vt:lpstr>
      <vt:lpstr>Types of Attacks</vt:lpstr>
      <vt:lpstr>Denial-of-Service Attack</vt:lpstr>
      <vt:lpstr>SYN Flood Attack</vt:lpstr>
      <vt:lpstr>TCP Three-Way Handshake</vt:lpstr>
      <vt:lpstr>Steps of a SYN Flood Attack</vt:lpstr>
      <vt:lpstr>SYN Flood Attack</vt:lpstr>
      <vt:lpstr>Distributed Denial-of-Service Attack (DDoS)</vt:lpstr>
      <vt:lpstr>Denial-of-Service Attack</vt:lpstr>
      <vt:lpstr>Ping of Death (POD)</vt:lpstr>
      <vt:lpstr>Buffer Overflow Attack</vt:lpstr>
      <vt:lpstr>Sniffing</vt:lpstr>
      <vt:lpstr>Sniffing  (continued)</vt:lpstr>
      <vt:lpstr>Spoofing</vt:lpstr>
      <vt:lpstr>PowerPoint Presentation</vt:lpstr>
      <vt:lpstr>IP Address Spoofing</vt:lpstr>
      <vt:lpstr>Smurf Attack</vt:lpstr>
      <vt:lpstr>Spoofing and Trusted Relationships</vt:lpstr>
      <vt:lpstr>Man-in-the-Middle Attack</vt:lpstr>
      <vt:lpstr>Man-in-the-Middle Attack (continued)</vt:lpstr>
      <vt:lpstr>Replay Attack</vt:lpstr>
      <vt:lpstr>TCP/IP Hijacking</vt:lpstr>
      <vt:lpstr>Drive-by Download Attack</vt:lpstr>
      <vt:lpstr>Password Attacks</vt:lpstr>
      <vt:lpstr>Password Attacks (continued)</vt:lpstr>
      <vt:lpstr>War-dialing and War-driving</vt:lpstr>
      <vt:lpstr>Backdoor</vt:lpstr>
      <vt:lpstr>Phishing </vt:lpstr>
    </vt:vector>
  </TitlesOfParts>
  <Company>UWB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 Attacks</dc:title>
  <dc:creator>Geethapriya Thamilarasu</dc:creator>
  <cp:lastModifiedBy>Geethapriya Thamilarasu</cp:lastModifiedBy>
  <cp:revision>10</cp:revision>
  <dcterms:created xsi:type="dcterms:W3CDTF">2018-02-15T21:42:03Z</dcterms:created>
  <dcterms:modified xsi:type="dcterms:W3CDTF">2018-02-15T23:12:25Z</dcterms:modified>
</cp:coreProperties>
</file>